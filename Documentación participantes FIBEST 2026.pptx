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329" r:id="rId5"/>
    <p:sldId id="313" r:id="rId6"/>
    <p:sldId id="330" r:id="rId7"/>
    <p:sldId id="322" r:id="rId8"/>
    <p:sldId id="2147482731" r:id="rId9"/>
    <p:sldId id="2147482732" r:id="rId10"/>
    <p:sldId id="2147482733" r:id="rId11"/>
    <p:sldId id="298" r:id="rId12"/>
    <p:sldId id="311" r:id="rId13"/>
    <p:sldId id="323" r:id="rId14"/>
    <p:sldId id="389" r:id="rId15"/>
    <p:sldId id="321" r:id="rId16"/>
    <p:sldId id="387" r:id="rId17"/>
    <p:sldId id="328" r:id="rId18"/>
    <p:sldId id="2147482728" r:id="rId19"/>
    <p:sldId id="390" r:id="rId20"/>
    <p:sldId id="2147482729" r:id="rId21"/>
    <p:sldId id="2147482730"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AFC"/>
    <a:srgbClr val="F9FCB0"/>
    <a:srgbClr val="3182CE"/>
    <a:srgbClr val="FAEBEA"/>
    <a:srgbClr val="63B3ED"/>
    <a:srgbClr val="C4C4C4"/>
    <a:srgbClr val="FFFE95"/>
    <a:srgbClr val="F3D3F0"/>
    <a:srgbClr val="FFFFFF"/>
    <a:srgbClr val="B2E7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F8ACB-3658-470D-A9C6-4C22B632AECB}" v="49" dt="2026-03-04T11:46:06.502"/>
    <p1510:client id="{9876B641-90CF-4D5B-9CE6-AE433E1FB3F6}" v="20" dt="2026-03-04T06:41:50.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TARAIN Francisco-Javier (renexter)" userId="46028f52-f44a-4d9b-80f4-18c36f6a1d80" providerId="ADAL" clId="{B10FF0AE-6793-4FEB-990C-5143F46F337F}"/>
    <pc:docChg chg="undo redo custSel mod addSld delSld modSld sldOrd modMainMaster">
      <pc:chgData name="ZATARAIN Francisco-Javier (renexter)" userId="46028f52-f44a-4d9b-80f4-18c36f6a1d80" providerId="ADAL" clId="{B10FF0AE-6793-4FEB-990C-5143F46F337F}" dt="2026-03-04T06:44:25.927" v="450" actId="33475"/>
      <pc:docMkLst>
        <pc:docMk/>
      </pc:docMkLst>
      <pc:sldChg chg="add del">
        <pc:chgData name="ZATARAIN Francisco-Javier (renexter)" userId="46028f52-f44a-4d9b-80f4-18c36f6a1d80" providerId="ADAL" clId="{B10FF0AE-6793-4FEB-990C-5143F46F337F}" dt="2026-03-04T06:31:46.274" v="16"/>
        <pc:sldMkLst>
          <pc:docMk/>
          <pc:sldMk cId="3336448589" sldId="298"/>
        </pc:sldMkLst>
      </pc:sldChg>
      <pc:sldChg chg="add del">
        <pc:chgData name="ZATARAIN Francisco-Javier (renexter)" userId="46028f52-f44a-4d9b-80f4-18c36f6a1d80" providerId="ADAL" clId="{B10FF0AE-6793-4FEB-990C-5143F46F337F}" dt="2026-03-04T06:31:46.274" v="16"/>
        <pc:sldMkLst>
          <pc:docMk/>
          <pc:sldMk cId="93072451" sldId="311"/>
        </pc:sldMkLst>
      </pc:sldChg>
      <pc:sldChg chg="add del">
        <pc:chgData name="ZATARAIN Francisco-Javier (renexter)" userId="46028f52-f44a-4d9b-80f4-18c36f6a1d80" providerId="ADAL" clId="{B10FF0AE-6793-4FEB-990C-5143F46F337F}" dt="2026-03-04T06:33:18.820" v="33" actId="2696"/>
        <pc:sldMkLst>
          <pc:docMk/>
          <pc:sldMk cId="901398753" sldId="312"/>
        </pc:sldMkLst>
      </pc:sldChg>
      <pc:sldChg chg="modSp mod modAnim">
        <pc:chgData name="ZATARAIN Francisco-Javier (renexter)" userId="46028f52-f44a-4d9b-80f4-18c36f6a1d80" providerId="ADAL" clId="{B10FF0AE-6793-4FEB-990C-5143F46F337F}" dt="2026-03-02T10:14:57.175" v="6"/>
        <pc:sldMkLst>
          <pc:docMk/>
          <pc:sldMk cId="1511022401" sldId="313"/>
        </pc:sldMkLst>
        <pc:spChg chg="mod">
          <ac:chgData name="ZATARAIN Francisco-Javier (renexter)" userId="46028f52-f44a-4d9b-80f4-18c36f6a1d80" providerId="ADAL" clId="{B10FF0AE-6793-4FEB-990C-5143F46F337F}" dt="2026-03-02T10:14:40.146" v="2" actId="1076"/>
          <ac:spMkLst>
            <pc:docMk/>
            <pc:sldMk cId="1511022401" sldId="313"/>
            <ac:spMk id="7" creationId="{F37EEFFD-3BCE-4332-A660-18043F47170C}"/>
          </ac:spMkLst>
        </pc:spChg>
        <pc:picChg chg="mod">
          <ac:chgData name="ZATARAIN Francisco-Javier (renexter)" userId="46028f52-f44a-4d9b-80f4-18c36f6a1d80" providerId="ADAL" clId="{B10FF0AE-6793-4FEB-990C-5143F46F337F}" dt="2026-03-02T10:14:46.572" v="3" actId="1076"/>
          <ac:picMkLst>
            <pc:docMk/>
            <pc:sldMk cId="1511022401" sldId="313"/>
            <ac:picMk id="9" creationId="{A6D0502E-A340-3FFC-0876-19C183911071}"/>
          </ac:picMkLst>
        </pc:picChg>
      </pc:sldChg>
      <pc:sldChg chg="add del">
        <pc:chgData name="ZATARAIN Francisco-Javier (renexter)" userId="46028f52-f44a-4d9b-80f4-18c36f6a1d80" providerId="ADAL" clId="{B10FF0AE-6793-4FEB-990C-5143F46F337F}" dt="2026-03-04T06:31:46.274" v="16"/>
        <pc:sldMkLst>
          <pc:docMk/>
          <pc:sldMk cId="2647553698" sldId="321"/>
        </pc:sldMkLst>
      </pc:sldChg>
      <pc:sldChg chg="delSp add del mod delAnim">
        <pc:chgData name="ZATARAIN Francisco-Javier (renexter)" userId="46028f52-f44a-4d9b-80f4-18c36f6a1d80" providerId="ADAL" clId="{B10FF0AE-6793-4FEB-990C-5143F46F337F}" dt="2026-03-04T06:35:07.663" v="40" actId="478"/>
        <pc:sldMkLst>
          <pc:docMk/>
          <pc:sldMk cId="157934783" sldId="323"/>
        </pc:sldMkLst>
        <pc:spChg chg="del">
          <ac:chgData name="ZATARAIN Francisco-Javier (renexter)" userId="46028f52-f44a-4d9b-80f4-18c36f6a1d80" providerId="ADAL" clId="{B10FF0AE-6793-4FEB-990C-5143F46F337F}" dt="2026-03-04T06:35:07.663" v="40" actId="478"/>
          <ac:spMkLst>
            <pc:docMk/>
            <pc:sldMk cId="157934783" sldId="323"/>
            <ac:spMk id="8" creationId="{6A20E61D-B697-4DD5-B96B-EB08EDD8FCC4}"/>
          </ac:spMkLst>
        </pc:spChg>
      </pc:sldChg>
      <pc:sldChg chg="del">
        <pc:chgData name="ZATARAIN Francisco-Javier (renexter)" userId="46028f52-f44a-4d9b-80f4-18c36f6a1d80" providerId="ADAL" clId="{B10FF0AE-6793-4FEB-990C-5143F46F337F}" dt="2026-03-04T06:31:16.488" v="14" actId="47"/>
        <pc:sldMkLst>
          <pc:docMk/>
          <pc:sldMk cId="1833448318" sldId="326"/>
        </pc:sldMkLst>
      </pc:sldChg>
      <pc:sldChg chg="add del">
        <pc:chgData name="ZATARAIN Francisco-Javier (renexter)" userId="46028f52-f44a-4d9b-80f4-18c36f6a1d80" providerId="ADAL" clId="{B10FF0AE-6793-4FEB-990C-5143F46F337F}" dt="2026-03-04T06:31:46.274" v="16"/>
        <pc:sldMkLst>
          <pc:docMk/>
          <pc:sldMk cId="4070278782" sldId="328"/>
        </pc:sldMkLst>
      </pc:sldChg>
      <pc:sldChg chg="del">
        <pc:chgData name="ZATARAIN Francisco-Javier (renexter)" userId="46028f52-f44a-4d9b-80f4-18c36f6a1d80" providerId="ADAL" clId="{B10FF0AE-6793-4FEB-990C-5143F46F337F}" dt="2026-03-04T06:31:07.918" v="12" actId="47"/>
        <pc:sldMkLst>
          <pc:docMk/>
          <pc:sldMk cId="1894541845" sldId="331"/>
        </pc:sldMkLst>
      </pc:sldChg>
      <pc:sldChg chg="del">
        <pc:chgData name="ZATARAIN Francisco-Javier (renexter)" userId="46028f52-f44a-4d9b-80f4-18c36f6a1d80" providerId="ADAL" clId="{B10FF0AE-6793-4FEB-990C-5143F46F337F}" dt="2026-03-04T06:31:44.454" v="15" actId="47"/>
        <pc:sldMkLst>
          <pc:docMk/>
          <pc:sldMk cId="3757245063" sldId="332"/>
        </pc:sldMkLst>
      </pc:sldChg>
      <pc:sldChg chg="add del">
        <pc:chgData name="ZATARAIN Francisco-Javier (renexter)" userId="46028f52-f44a-4d9b-80f4-18c36f6a1d80" providerId="ADAL" clId="{B10FF0AE-6793-4FEB-990C-5143F46F337F}" dt="2026-03-04T06:33:11.620" v="32" actId="47"/>
        <pc:sldMkLst>
          <pc:docMk/>
          <pc:sldMk cId="1686670107" sldId="386"/>
        </pc:sldMkLst>
      </pc:sldChg>
      <pc:sldChg chg="delSp add del mod delAnim">
        <pc:chgData name="ZATARAIN Francisco-Javier (renexter)" userId="46028f52-f44a-4d9b-80f4-18c36f6a1d80" providerId="ADAL" clId="{B10FF0AE-6793-4FEB-990C-5143F46F337F}" dt="2026-03-04T06:31:46.274" v="16"/>
        <pc:sldMkLst>
          <pc:docMk/>
          <pc:sldMk cId="1965239436" sldId="387"/>
        </pc:sldMkLst>
      </pc:sldChg>
      <pc:sldChg chg="del">
        <pc:chgData name="ZATARAIN Francisco-Javier (renexter)" userId="46028f52-f44a-4d9b-80f4-18c36f6a1d80" providerId="ADAL" clId="{B10FF0AE-6793-4FEB-990C-5143F46F337F}" dt="2026-03-04T06:31:44.454" v="15" actId="47"/>
        <pc:sldMkLst>
          <pc:docMk/>
          <pc:sldMk cId="1916896554" sldId="388"/>
        </pc:sldMkLst>
      </pc:sldChg>
      <pc:sldChg chg="add del">
        <pc:chgData name="ZATARAIN Francisco-Javier (renexter)" userId="46028f52-f44a-4d9b-80f4-18c36f6a1d80" providerId="ADAL" clId="{B10FF0AE-6793-4FEB-990C-5143F46F337F}" dt="2026-03-04T06:31:46.274" v="16"/>
        <pc:sldMkLst>
          <pc:docMk/>
          <pc:sldMk cId="3281651946" sldId="389"/>
        </pc:sldMkLst>
      </pc:sldChg>
      <pc:sldChg chg="add del">
        <pc:chgData name="ZATARAIN Francisco-Javier (renexter)" userId="46028f52-f44a-4d9b-80f4-18c36f6a1d80" providerId="ADAL" clId="{B10FF0AE-6793-4FEB-990C-5143F46F337F}" dt="2026-03-04T06:33:11.620" v="32" actId="47"/>
        <pc:sldMkLst>
          <pc:docMk/>
          <pc:sldMk cId="3230425293" sldId="2147482725"/>
        </pc:sldMkLst>
      </pc:sldChg>
      <pc:sldChg chg="add del">
        <pc:chgData name="ZATARAIN Francisco-Javier (renexter)" userId="46028f52-f44a-4d9b-80f4-18c36f6a1d80" providerId="ADAL" clId="{B10FF0AE-6793-4FEB-990C-5143F46F337F}" dt="2026-03-04T06:33:11.620" v="32" actId="47"/>
        <pc:sldMkLst>
          <pc:docMk/>
          <pc:sldMk cId="2990019826" sldId="2147482727"/>
        </pc:sldMkLst>
      </pc:sldChg>
      <pc:sldChg chg="addSp delSp modSp mod ord modAnim">
        <pc:chgData name="ZATARAIN Francisco-Javier (renexter)" userId="46028f52-f44a-4d9b-80f4-18c36f6a1d80" providerId="ADAL" clId="{B10FF0AE-6793-4FEB-990C-5143F46F337F}" dt="2026-03-04T06:32:47.983" v="31" actId="1035"/>
        <pc:sldMkLst>
          <pc:docMk/>
          <pc:sldMk cId="3640855795" sldId="2147482728"/>
        </pc:sldMkLst>
        <pc:spChg chg="mod">
          <ac:chgData name="ZATARAIN Francisco-Javier (renexter)" userId="46028f52-f44a-4d9b-80f4-18c36f6a1d80" providerId="ADAL" clId="{B10FF0AE-6793-4FEB-990C-5143F46F337F}" dt="2026-03-04T06:32:42.638" v="29" actId="1076"/>
          <ac:spMkLst>
            <pc:docMk/>
            <pc:sldMk cId="3640855795" sldId="2147482728"/>
            <ac:spMk id="3" creationId="{8332047D-D6CB-10D6-98DD-CEC9D065ED9C}"/>
          </ac:spMkLst>
        </pc:spChg>
        <pc:spChg chg="mod">
          <ac:chgData name="ZATARAIN Francisco-Javier (renexter)" userId="46028f52-f44a-4d9b-80f4-18c36f6a1d80" providerId="ADAL" clId="{B10FF0AE-6793-4FEB-990C-5143F46F337F}" dt="2026-03-04T06:32:24.380" v="28" actId="164"/>
          <ac:spMkLst>
            <pc:docMk/>
            <pc:sldMk cId="3640855795" sldId="2147482728"/>
            <ac:spMk id="6" creationId="{88A6F1E0-30AE-1B1C-4E65-8B1DC7FF921E}"/>
          </ac:spMkLst>
        </pc:spChg>
        <pc:spChg chg="mod">
          <ac:chgData name="ZATARAIN Francisco-Javier (renexter)" userId="46028f52-f44a-4d9b-80f4-18c36f6a1d80" providerId="ADAL" clId="{B10FF0AE-6793-4FEB-990C-5143F46F337F}" dt="2026-03-04T06:32:42.638" v="29" actId="1076"/>
          <ac:spMkLst>
            <pc:docMk/>
            <pc:sldMk cId="3640855795" sldId="2147482728"/>
            <ac:spMk id="8" creationId="{8183728E-3403-E034-02C8-12E7218F691E}"/>
          </ac:spMkLst>
        </pc:spChg>
        <pc:spChg chg="mod">
          <ac:chgData name="ZATARAIN Francisco-Javier (renexter)" userId="46028f52-f44a-4d9b-80f4-18c36f6a1d80" providerId="ADAL" clId="{B10FF0AE-6793-4FEB-990C-5143F46F337F}" dt="2026-03-04T06:32:24.380" v="28" actId="164"/>
          <ac:spMkLst>
            <pc:docMk/>
            <pc:sldMk cId="3640855795" sldId="2147482728"/>
            <ac:spMk id="9" creationId="{165DEC33-0F04-17ED-029D-A0C6560E5DB4}"/>
          </ac:spMkLst>
        </pc:spChg>
        <pc:spChg chg="mod">
          <ac:chgData name="ZATARAIN Francisco-Javier (renexter)" userId="46028f52-f44a-4d9b-80f4-18c36f6a1d80" providerId="ADAL" clId="{B10FF0AE-6793-4FEB-990C-5143F46F337F}" dt="2026-03-04T06:32:24.380" v="28" actId="164"/>
          <ac:spMkLst>
            <pc:docMk/>
            <pc:sldMk cId="3640855795" sldId="2147482728"/>
            <ac:spMk id="10" creationId="{23AF128A-CBE7-B7B9-935B-B52DECDC3F9A}"/>
          </ac:spMkLst>
        </pc:spChg>
        <pc:spChg chg="mod">
          <ac:chgData name="ZATARAIN Francisco-Javier (renexter)" userId="46028f52-f44a-4d9b-80f4-18c36f6a1d80" providerId="ADAL" clId="{B10FF0AE-6793-4FEB-990C-5143F46F337F}" dt="2026-03-04T06:32:42.638" v="29" actId="1076"/>
          <ac:spMkLst>
            <pc:docMk/>
            <pc:sldMk cId="3640855795" sldId="2147482728"/>
            <ac:spMk id="11" creationId="{2CCC8693-9C14-A42E-5762-7284B507D3F7}"/>
          </ac:spMkLst>
        </pc:spChg>
        <pc:spChg chg="mod">
          <ac:chgData name="ZATARAIN Francisco-Javier (renexter)" userId="46028f52-f44a-4d9b-80f4-18c36f6a1d80" providerId="ADAL" clId="{B10FF0AE-6793-4FEB-990C-5143F46F337F}" dt="2026-03-04T06:32:24.380" v="28" actId="164"/>
          <ac:spMkLst>
            <pc:docMk/>
            <pc:sldMk cId="3640855795" sldId="2147482728"/>
            <ac:spMk id="15" creationId="{4A0C4785-8141-5F16-F71F-A61ED2D1E7BB}"/>
          </ac:spMkLst>
        </pc:spChg>
        <pc:spChg chg="mod">
          <ac:chgData name="ZATARAIN Francisco-Javier (renexter)" userId="46028f52-f44a-4d9b-80f4-18c36f6a1d80" providerId="ADAL" clId="{B10FF0AE-6793-4FEB-990C-5143F46F337F}" dt="2026-03-04T06:32:42.638" v="29" actId="1076"/>
          <ac:spMkLst>
            <pc:docMk/>
            <pc:sldMk cId="3640855795" sldId="2147482728"/>
            <ac:spMk id="16" creationId="{F1E043E7-6C6B-85FC-213B-E0A6F982C950}"/>
          </ac:spMkLst>
        </pc:spChg>
        <pc:spChg chg="mod">
          <ac:chgData name="ZATARAIN Francisco-Javier (renexter)" userId="46028f52-f44a-4d9b-80f4-18c36f6a1d80" providerId="ADAL" clId="{B10FF0AE-6793-4FEB-990C-5143F46F337F}" dt="2026-03-04T06:32:42.638" v="29" actId="1076"/>
          <ac:spMkLst>
            <pc:docMk/>
            <pc:sldMk cId="3640855795" sldId="2147482728"/>
            <ac:spMk id="17" creationId="{DD62A033-25B5-D3F6-7EBF-B06E6508BF9F}"/>
          </ac:spMkLst>
        </pc:spChg>
        <pc:spChg chg="mod">
          <ac:chgData name="ZATARAIN Francisco-Javier (renexter)" userId="46028f52-f44a-4d9b-80f4-18c36f6a1d80" providerId="ADAL" clId="{B10FF0AE-6793-4FEB-990C-5143F46F337F}" dt="2026-03-04T06:32:42.638" v="29" actId="1076"/>
          <ac:spMkLst>
            <pc:docMk/>
            <pc:sldMk cId="3640855795" sldId="2147482728"/>
            <ac:spMk id="18" creationId="{D66FE01B-7874-5A93-FF97-AD74F6644ACE}"/>
          </ac:spMkLst>
        </pc:spChg>
        <pc:spChg chg="mod">
          <ac:chgData name="ZATARAIN Francisco-Javier (renexter)" userId="46028f52-f44a-4d9b-80f4-18c36f6a1d80" providerId="ADAL" clId="{B10FF0AE-6793-4FEB-990C-5143F46F337F}" dt="2026-03-04T06:32:42.638" v="29" actId="1076"/>
          <ac:spMkLst>
            <pc:docMk/>
            <pc:sldMk cId="3640855795" sldId="2147482728"/>
            <ac:spMk id="19" creationId="{BC1766E4-21BF-CC14-97E4-2B5303507F9B}"/>
          </ac:spMkLst>
        </pc:spChg>
        <pc:spChg chg="mod">
          <ac:chgData name="ZATARAIN Francisco-Javier (renexter)" userId="46028f52-f44a-4d9b-80f4-18c36f6a1d80" providerId="ADAL" clId="{B10FF0AE-6793-4FEB-990C-5143F46F337F}" dt="2026-03-04T06:32:42.638" v="29" actId="1076"/>
          <ac:spMkLst>
            <pc:docMk/>
            <pc:sldMk cId="3640855795" sldId="2147482728"/>
            <ac:spMk id="20" creationId="{D1E8BA63-A481-ED47-22CB-7018A8131E99}"/>
          </ac:spMkLst>
        </pc:spChg>
        <pc:spChg chg="mod">
          <ac:chgData name="ZATARAIN Francisco-Javier (renexter)" userId="46028f52-f44a-4d9b-80f4-18c36f6a1d80" providerId="ADAL" clId="{B10FF0AE-6793-4FEB-990C-5143F46F337F}" dt="2026-03-04T06:32:42.638" v="29" actId="1076"/>
          <ac:spMkLst>
            <pc:docMk/>
            <pc:sldMk cId="3640855795" sldId="2147482728"/>
            <ac:spMk id="21" creationId="{396869AF-9493-3556-51E2-A514A64C0189}"/>
          </ac:spMkLst>
        </pc:spChg>
        <pc:spChg chg="mod">
          <ac:chgData name="ZATARAIN Francisco-Javier (renexter)" userId="46028f52-f44a-4d9b-80f4-18c36f6a1d80" providerId="ADAL" clId="{B10FF0AE-6793-4FEB-990C-5143F46F337F}" dt="2026-03-04T06:32:42.638" v="29" actId="1076"/>
          <ac:spMkLst>
            <pc:docMk/>
            <pc:sldMk cId="3640855795" sldId="2147482728"/>
            <ac:spMk id="22" creationId="{0C465767-4051-2C4D-4498-D96C13355EF4}"/>
          </ac:spMkLst>
        </pc:spChg>
        <pc:spChg chg="mod">
          <ac:chgData name="ZATARAIN Francisco-Javier (renexter)" userId="46028f52-f44a-4d9b-80f4-18c36f6a1d80" providerId="ADAL" clId="{B10FF0AE-6793-4FEB-990C-5143F46F337F}" dt="2026-03-04T06:32:24.380" v="28" actId="164"/>
          <ac:spMkLst>
            <pc:docMk/>
            <pc:sldMk cId="3640855795" sldId="2147482728"/>
            <ac:spMk id="23" creationId="{470B7E57-8DC9-FA9E-9F0E-3DB7F8B344C4}"/>
          </ac:spMkLst>
        </pc:spChg>
        <pc:picChg chg="add del mod modCrop">
          <ac:chgData name="ZATARAIN Francisco-Javier (renexter)" userId="46028f52-f44a-4d9b-80f4-18c36f6a1d80" providerId="ADAL" clId="{B10FF0AE-6793-4FEB-990C-5143F46F337F}" dt="2026-03-04T06:32:47.983" v="31" actId="1035"/>
          <ac:picMkLst>
            <pc:docMk/>
            <pc:sldMk cId="3640855795" sldId="2147482728"/>
            <ac:picMk id="4" creationId="{F45497BD-05AC-EB26-E7D1-BE449CDBA882}"/>
          </ac:picMkLst>
        </pc:picChg>
      </pc:sldChg>
      <pc:sldChg chg="addSp delSp modSp add mod">
        <pc:chgData name="ZATARAIN Francisco-Javier (renexter)" userId="46028f52-f44a-4d9b-80f4-18c36f6a1d80" providerId="ADAL" clId="{B10FF0AE-6793-4FEB-990C-5143F46F337F}" dt="2026-03-04T06:43:16.356" v="448" actId="478"/>
        <pc:sldMkLst>
          <pc:docMk/>
          <pc:sldMk cId="2080305004" sldId="2147482731"/>
        </pc:sldMkLst>
        <pc:spChg chg="del">
          <ac:chgData name="ZATARAIN Francisco-Javier (renexter)" userId="46028f52-f44a-4d9b-80f4-18c36f6a1d80" providerId="ADAL" clId="{B10FF0AE-6793-4FEB-990C-5143F46F337F}" dt="2026-03-04T06:43:16.356" v="448" actId="478"/>
          <ac:spMkLst>
            <pc:docMk/>
            <pc:sldMk cId="2080305004" sldId="2147482731"/>
            <ac:spMk id="4" creationId="{30D40500-4F78-E8B0-DBDD-2885FE31FF97}"/>
          </ac:spMkLst>
        </pc:spChg>
        <pc:spChg chg="add mod">
          <ac:chgData name="ZATARAIN Francisco-Javier (renexter)" userId="46028f52-f44a-4d9b-80f4-18c36f6a1d80" providerId="ADAL" clId="{B10FF0AE-6793-4FEB-990C-5143F46F337F}" dt="2026-03-04T06:38:19.992" v="46" actId="2085"/>
          <ac:spMkLst>
            <pc:docMk/>
            <pc:sldMk cId="2080305004" sldId="2147482731"/>
            <ac:spMk id="10" creationId="{EF43A884-2B64-D0A8-A40E-5F36E0743EA5}"/>
          </ac:spMkLst>
        </pc:spChg>
        <pc:spChg chg="add mod">
          <ac:chgData name="ZATARAIN Francisco-Javier (renexter)" userId="46028f52-f44a-4d9b-80f4-18c36f6a1d80" providerId="ADAL" clId="{B10FF0AE-6793-4FEB-990C-5143F46F337F}" dt="2026-03-04T06:38:37.769" v="53" actId="20577"/>
          <ac:spMkLst>
            <pc:docMk/>
            <pc:sldMk cId="2080305004" sldId="2147482731"/>
            <ac:spMk id="11" creationId="{0435FE9F-827B-E547-C0FD-3FADA9FD1C3B}"/>
          </ac:spMkLst>
        </pc:spChg>
        <pc:spChg chg="add mod">
          <ac:chgData name="ZATARAIN Francisco-Javier (renexter)" userId="46028f52-f44a-4d9b-80f4-18c36f6a1d80" providerId="ADAL" clId="{B10FF0AE-6793-4FEB-990C-5143F46F337F}" dt="2026-03-04T06:39:02.915" v="61" actId="1037"/>
          <ac:spMkLst>
            <pc:docMk/>
            <pc:sldMk cId="2080305004" sldId="2147482731"/>
            <ac:spMk id="26" creationId="{E9D2A863-5D7B-4BB8-4863-8AF5FD763C4E}"/>
          </ac:spMkLst>
        </pc:spChg>
        <pc:spChg chg="add mod">
          <ac:chgData name="ZATARAIN Francisco-Javier (renexter)" userId="46028f52-f44a-4d9b-80f4-18c36f6a1d80" providerId="ADAL" clId="{B10FF0AE-6793-4FEB-990C-5143F46F337F}" dt="2026-03-04T06:39:38.674" v="138" actId="14100"/>
          <ac:spMkLst>
            <pc:docMk/>
            <pc:sldMk cId="2080305004" sldId="2147482731"/>
            <ac:spMk id="27" creationId="{8F22B413-FDF3-8AD2-E9A3-F0B7B388296A}"/>
          </ac:spMkLst>
        </pc:spChg>
        <pc:spChg chg="add mod">
          <ac:chgData name="ZATARAIN Francisco-Javier (renexter)" userId="46028f52-f44a-4d9b-80f4-18c36f6a1d80" providerId="ADAL" clId="{B10FF0AE-6793-4FEB-990C-5143F46F337F}" dt="2026-03-04T06:42:14.882" v="426" actId="120"/>
          <ac:spMkLst>
            <pc:docMk/>
            <pc:sldMk cId="2080305004" sldId="2147482731"/>
            <ac:spMk id="28" creationId="{CF4ABD66-5E57-4842-375F-6A8AA01775A5}"/>
          </ac:spMkLst>
        </pc:spChg>
        <pc:spChg chg="add mod">
          <ac:chgData name="ZATARAIN Francisco-Javier (renexter)" userId="46028f52-f44a-4d9b-80f4-18c36f6a1d80" providerId="ADAL" clId="{B10FF0AE-6793-4FEB-990C-5143F46F337F}" dt="2026-03-04T06:42:18.024" v="427" actId="120"/>
          <ac:spMkLst>
            <pc:docMk/>
            <pc:sldMk cId="2080305004" sldId="2147482731"/>
            <ac:spMk id="29" creationId="{EA202352-4B2D-0FE2-8FD7-05707517017F}"/>
          </ac:spMkLst>
        </pc:spChg>
        <pc:spChg chg="add mod">
          <ac:chgData name="ZATARAIN Francisco-Javier (renexter)" userId="46028f52-f44a-4d9b-80f4-18c36f6a1d80" providerId="ADAL" clId="{B10FF0AE-6793-4FEB-990C-5143F46F337F}" dt="2026-03-04T06:42:23.091" v="429" actId="20577"/>
          <ac:spMkLst>
            <pc:docMk/>
            <pc:sldMk cId="2080305004" sldId="2147482731"/>
            <ac:spMk id="30" creationId="{BD85238D-7AD2-9494-26D1-08CE11303CE8}"/>
          </ac:spMkLst>
        </pc:spChg>
        <pc:spChg chg="add mod">
          <ac:chgData name="ZATARAIN Francisco-Javier (renexter)" userId="46028f52-f44a-4d9b-80f4-18c36f6a1d80" providerId="ADAL" clId="{B10FF0AE-6793-4FEB-990C-5143F46F337F}" dt="2026-03-04T06:42:27.920" v="432" actId="20577"/>
          <ac:spMkLst>
            <pc:docMk/>
            <pc:sldMk cId="2080305004" sldId="2147482731"/>
            <ac:spMk id="31" creationId="{2026226F-7591-4CEC-E890-56DB07D48142}"/>
          </ac:spMkLst>
        </pc:spChg>
        <pc:spChg chg="add mod">
          <ac:chgData name="ZATARAIN Francisco-Javier (renexter)" userId="46028f52-f44a-4d9b-80f4-18c36f6a1d80" providerId="ADAL" clId="{B10FF0AE-6793-4FEB-990C-5143F46F337F}" dt="2026-03-04T06:42:35.224" v="435" actId="20577"/>
          <ac:spMkLst>
            <pc:docMk/>
            <pc:sldMk cId="2080305004" sldId="2147482731"/>
            <ac:spMk id="32" creationId="{CA5E39E0-BDFA-B8FD-F035-C7D93F810D77}"/>
          </ac:spMkLst>
        </pc:spChg>
        <pc:spChg chg="add mod">
          <ac:chgData name="ZATARAIN Francisco-Javier (renexter)" userId="46028f52-f44a-4d9b-80f4-18c36f6a1d80" providerId="ADAL" clId="{B10FF0AE-6793-4FEB-990C-5143F46F337F}" dt="2026-03-04T06:42:40.298" v="438" actId="20577"/>
          <ac:spMkLst>
            <pc:docMk/>
            <pc:sldMk cId="2080305004" sldId="2147482731"/>
            <ac:spMk id="33" creationId="{6D8CC040-511D-D453-2AED-6A980A597441}"/>
          </ac:spMkLst>
        </pc:spChg>
        <pc:spChg chg="add mod">
          <ac:chgData name="ZATARAIN Francisco-Javier (renexter)" userId="46028f52-f44a-4d9b-80f4-18c36f6a1d80" providerId="ADAL" clId="{B10FF0AE-6793-4FEB-990C-5143F46F337F}" dt="2026-03-04T06:42:44.908" v="441" actId="20577"/>
          <ac:spMkLst>
            <pc:docMk/>
            <pc:sldMk cId="2080305004" sldId="2147482731"/>
            <ac:spMk id="34" creationId="{B1CD9669-498E-D920-8587-ACD9ED45BB1F}"/>
          </ac:spMkLst>
        </pc:spChg>
        <pc:spChg chg="add mod">
          <ac:chgData name="ZATARAIN Francisco-Javier (renexter)" userId="46028f52-f44a-4d9b-80f4-18c36f6a1d80" providerId="ADAL" clId="{B10FF0AE-6793-4FEB-990C-5143F46F337F}" dt="2026-03-04T06:42:55.852" v="447" actId="20577"/>
          <ac:spMkLst>
            <pc:docMk/>
            <pc:sldMk cId="2080305004" sldId="2147482731"/>
            <ac:spMk id="35" creationId="{97EE298D-4608-EB1A-DF65-A975248C7CE3}"/>
          </ac:spMkLst>
        </pc:spChg>
        <pc:spChg chg="add mod">
          <ac:chgData name="ZATARAIN Francisco-Javier (renexter)" userId="46028f52-f44a-4d9b-80f4-18c36f6a1d80" providerId="ADAL" clId="{B10FF0AE-6793-4FEB-990C-5143F46F337F}" dt="2026-03-04T06:42:50.500" v="444" actId="20577"/>
          <ac:spMkLst>
            <pc:docMk/>
            <pc:sldMk cId="2080305004" sldId="2147482731"/>
            <ac:spMk id="36" creationId="{1C181A83-9F50-4426-5E7B-0829436D125B}"/>
          </ac:spMkLst>
        </pc:spChg>
      </pc:sldChg>
      <pc:sldChg chg="add">
        <pc:chgData name="ZATARAIN Francisco-Javier (renexter)" userId="46028f52-f44a-4d9b-80f4-18c36f6a1d80" providerId="ADAL" clId="{B10FF0AE-6793-4FEB-990C-5143F46F337F}" dt="2026-03-04T06:31:14.520" v="13"/>
        <pc:sldMkLst>
          <pc:docMk/>
          <pc:sldMk cId="3889122873" sldId="2147482732"/>
        </pc:sldMkLst>
      </pc:sldChg>
      <pc:sldChg chg="modSp add mod ord">
        <pc:chgData name="ZATARAIN Francisco-Javier (renexter)" userId="46028f52-f44a-4d9b-80f4-18c36f6a1d80" providerId="ADAL" clId="{B10FF0AE-6793-4FEB-990C-5143F46F337F}" dt="2026-03-04T06:34:55.022" v="39" actId="20577"/>
        <pc:sldMkLst>
          <pc:docMk/>
          <pc:sldMk cId="1905759370" sldId="2147482733"/>
        </pc:sldMkLst>
        <pc:spChg chg="mod">
          <ac:chgData name="ZATARAIN Francisco-Javier (renexter)" userId="46028f52-f44a-4d9b-80f4-18c36f6a1d80" providerId="ADAL" clId="{B10FF0AE-6793-4FEB-990C-5143F46F337F}" dt="2026-03-04T06:34:55.022" v="39" actId="20577"/>
          <ac:spMkLst>
            <pc:docMk/>
            <pc:sldMk cId="1905759370" sldId="2147482733"/>
            <ac:spMk id="6" creationId="{1CA4C572-E5AC-59F7-F277-8CF60C8D3B5A}"/>
          </ac:spMkLst>
        </pc:spChg>
      </pc:sldChg>
      <pc:sldChg chg="add del">
        <pc:chgData name="ZATARAIN Francisco-Javier (renexter)" userId="46028f52-f44a-4d9b-80f4-18c36f6a1d80" providerId="ADAL" clId="{B10FF0AE-6793-4FEB-990C-5143F46F337F}" dt="2026-03-04T06:33:11.620" v="32" actId="47"/>
        <pc:sldMkLst>
          <pc:docMk/>
          <pc:sldMk cId="2103343630" sldId="2147482733"/>
        </pc:sldMkLst>
      </pc:sldChg>
      <pc:sldChg chg="add del">
        <pc:chgData name="ZATARAIN Francisco-Javier (renexter)" userId="46028f52-f44a-4d9b-80f4-18c36f6a1d80" providerId="ADAL" clId="{B10FF0AE-6793-4FEB-990C-5143F46F337F}" dt="2026-03-04T06:33:11.620" v="32" actId="47"/>
        <pc:sldMkLst>
          <pc:docMk/>
          <pc:sldMk cId="2969674617" sldId="2147482734"/>
        </pc:sldMkLst>
      </pc:sldChg>
      <pc:sldChg chg="add del">
        <pc:chgData name="ZATARAIN Francisco-Javier (renexter)" userId="46028f52-f44a-4d9b-80f4-18c36f6a1d80" providerId="ADAL" clId="{B10FF0AE-6793-4FEB-990C-5143F46F337F}" dt="2026-03-04T06:33:11.620" v="32" actId="47"/>
        <pc:sldMkLst>
          <pc:docMk/>
          <pc:sldMk cId="3701785602" sldId="2147482735"/>
        </pc:sldMkLst>
      </pc:sldChg>
      <pc:sldMasterChg chg="modSp mod">
        <pc:chgData name="ZATARAIN Francisco-Javier (renexter)" userId="46028f52-f44a-4d9b-80f4-18c36f6a1d80" providerId="ADAL" clId="{B10FF0AE-6793-4FEB-990C-5143F46F337F}" dt="2026-03-04T06:44:25.927" v="449" actId="33475"/>
        <pc:sldMasterMkLst>
          <pc:docMk/>
          <pc:sldMasterMk cId="3872432287" sldId="2147483648"/>
        </pc:sldMasterMkLst>
        <pc:spChg chg="add mod">
          <ac:chgData name="ZATARAIN Francisco-Javier (renexter)" userId="46028f52-f44a-4d9b-80f4-18c36f6a1d80" providerId="ADAL" clId="{B10FF0AE-6793-4FEB-990C-5143F46F337F}" dt="2026-03-04T06:44:25.927" v="449" actId="33475"/>
          <ac:spMkLst>
            <pc:docMk/>
            <pc:sldMasterMk cId="3872432287" sldId="2147483648"/>
            <ac:spMk id="8" creationId="{F471756A-3206-D347-9E9C-C2E9093B5D31}"/>
          </ac:spMkLst>
        </pc:spChg>
      </pc:sldMasterChg>
    </pc:docChg>
  </pc:docChgLst>
  <pc:docChgLst>
    <pc:chgData name="FARTO Diego" userId="65935396-33c7-467e-8086-c630de269147" providerId="ADAL" clId="{044BD2D0-6932-45A2-939A-02499A20A4CA}"/>
    <pc:docChg chg="custSel modSld">
      <pc:chgData name="FARTO Diego" userId="65935396-33c7-467e-8086-c630de269147" providerId="ADAL" clId="{044BD2D0-6932-45A2-939A-02499A20A4CA}" dt="2026-03-04T11:46:06.503" v="48" actId="20577"/>
      <pc:docMkLst>
        <pc:docMk/>
      </pc:docMkLst>
      <pc:sldChg chg="delSp mod delAnim">
        <pc:chgData name="FARTO Diego" userId="65935396-33c7-467e-8086-c630de269147" providerId="ADAL" clId="{044BD2D0-6932-45A2-939A-02499A20A4CA}" dt="2026-03-04T11:45:04.849" v="0" actId="478"/>
        <pc:sldMkLst>
          <pc:docMk/>
          <pc:sldMk cId="3281651946" sldId="389"/>
        </pc:sldMkLst>
        <pc:spChg chg="del">
          <ac:chgData name="FARTO Diego" userId="65935396-33c7-467e-8086-c630de269147" providerId="ADAL" clId="{044BD2D0-6932-45A2-939A-02499A20A4CA}" dt="2026-03-04T11:45:04.849" v="0" actId="478"/>
          <ac:spMkLst>
            <pc:docMk/>
            <pc:sldMk cId="3281651946" sldId="389"/>
            <ac:spMk id="9" creationId="{4ADA0510-D755-FD80-B922-AE1DBF7E7FE4}"/>
          </ac:spMkLst>
        </pc:spChg>
      </pc:sldChg>
      <pc:sldChg chg="modSp mod">
        <pc:chgData name="FARTO Diego" userId="65935396-33c7-467e-8086-c630de269147" providerId="ADAL" clId="{044BD2D0-6932-45A2-939A-02499A20A4CA}" dt="2026-03-04T11:46:06.503" v="48" actId="20577"/>
        <pc:sldMkLst>
          <pc:docMk/>
          <pc:sldMk cId="1679040296" sldId="2147482729"/>
        </pc:sldMkLst>
        <pc:spChg chg="mod">
          <ac:chgData name="FARTO Diego" userId="65935396-33c7-467e-8086-c630de269147" providerId="ADAL" clId="{044BD2D0-6932-45A2-939A-02499A20A4CA}" dt="2026-03-04T11:46:06.503" v="48" actId="20577"/>
          <ac:spMkLst>
            <pc:docMk/>
            <pc:sldMk cId="1679040296" sldId="2147482729"/>
            <ac:spMk id="3" creationId="{108A41C3-2DB3-3A0E-759E-9623F995A3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648A23-2EC9-4220-9981-10EA9C6C4C21}" type="datetimeFigureOut">
              <a:rPr lang="es-ES" smtClean="0"/>
              <a:t>04/03/2026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83808-60C1-451B-9E79-AA68679ECABC}" type="slidenum">
              <a:rPr lang="es-ES" smtClean="0"/>
              <a:t>‹#›</a:t>
            </a:fld>
            <a:endParaRPr lang="es-ES"/>
          </a:p>
        </p:txBody>
      </p:sp>
    </p:spTree>
    <p:extLst>
      <p:ext uri="{BB962C8B-B14F-4D97-AF65-F5344CB8AC3E}">
        <p14:creationId xmlns:p14="http://schemas.microsoft.com/office/powerpoint/2010/main" val="2462509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a:t>CAN (</a:t>
            </a:r>
            <a:r>
              <a:rPr lang="es-ES" err="1"/>
              <a:t>Controller</a:t>
            </a:r>
            <a:r>
              <a:rPr lang="es-ES"/>
              <a:t> </a:t>
            </a:r>
            <a:r>
              <a:rPr lang="es-ES" err="1"/>
              <a:t>Area</a:t>
            </a:r>
            <a:r>
              <a:rPr lang="es-ES"/>
              <a:t> Network – red de área controlada) es un protocolo de comunicación serial, que permite la comunicación confiable y eficiente entre diferentes componentes electrónicos (llamamos nodos, en el caso de un vehículo estos nodos son las </a:t>
            </a:r>
            <a:r>
              <a:rPr lang="es-ES" err="1"/>
              <a:t>ECUs</a:t>
            </a:r>
            <a:r>
              <a:rPr lang="es-ES"/>
              <a:t>).</a:t>
            </a:r>
          </a:p>
          <a:p>
            <a:pPr marL="171450" indent="-171450">
              <a:buFontTx/>
              <a:buChar char="-"/>
            </a:pPr>
            <a:r>
              <a:rPr lang="es-ES"/>
              <a:t>Fue desarrollado inicialmente para la industria automotriz, donde tiene un gran uso. Pero también se utiliza para otro tipo de sistemas que requieran altas tasas de actualización y alta precisión de datos.</a:t>
            </a:r>
          </a:p>
          <a:p>
            <a:pPr marL="171450" indent="-171450">
              <a:buFontTx/>
              <a:buChar char="-"/>
            </a:pPr>
            <a:r>
              <a:rPr lang="es-ES"/>
              <a:t>El protocolo CAN utiliza una estructura de bus, donde múltiples dispositivos (nodos) pueden comunicarse entre sí utilizando el mismo canal. En CAN no tenemos nodos master ni esclavos, todos tienen el mismo nivel jerárquico. Cada uno de los nodos pueden transmitir y recibir información, además de enviar solicitudes de información.</a:t>
            </a:r>
          </a:p>
          <a:p>
            <a:pPr marL="171450" indent="-171450">
              <a:buFontTx/>
              <a:buChar char="-"/>
            </a:pPr>
            <a:r>
              <a:rPr lang="es-ES"/>
              <a:t>Los mensajes enviados por este bus no llevan una dirección concreta, si no que circulan por todo el bus, llegando a todos los nodos y cada uno de ellos decide si el mensaje le interesa o no.</a:t>
            </a:r>
          </a:p>
        </p:txBody>
      </p:sp>
      <p:sp>
        <p:nvSpPr>
          <p:cNvPr id="4" name="Marcador de número de diapositiva 3"/>
          <p:cNvSpPr>
            <a:spLocks noGrp="1"/>
          </p:cNvSpPr>
          <p:nvPr>
            <p:ph type="sldNum" sz="quarter" idx="5"/>
          </p:nvPr>
        </p:nvSpPr>
        <p:spPr/>
        <p:txBody>
          <a:bodyPr/>
          <a:lstStyle/>
          <a:p>
            <a:fld id="{595A43E9-B906-4BEA-9482-3EB578BB0FC5}" type="slidenum">
              <a:rPr lang="fr-FR" smtClean="0"/>
              <a:pPr/>
              <a:t>2</a:t>
            </a:fld>
            <a:endParaRPr lang="fr-FR"/>
          </a:p>
        </p:txBody>
      </p:sp>
    </p:spTree>
    <p:extLst>
      <p:ext uri="{BB962C8B-B14F-4D97-AF65-F5344CB8AC3E}">
        <p14:creationId xmlns:p14="http://schemas.microsoft.com/office/powerpoint/2010/main" val="3527838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b="0" i="0">
                <a:solidFill>
                  <a:srgbClr val="D1D5DB"/>
                </a:solidFill>
                <a:effectLst/>
                <a:latin typeface="Söhne"/>
              </a:rPr>
              <a:t>El canal de comunicación (bus) necesita dos hilos físicos, llamados CAN L (</a:t>
            </a:r>
            <a:r>
              <a:rPr lang="es-ES" b="0" i="0" err="1">
                <a:solidFill>
                  <a:srgbClr val="D1D5DB"/>
                </a:solidFill>
                <a:effectLst/>
                <a:latin typeface="Söhne"/>
              </a:rPr>
              <a:t>low</a:t>
            </a:r>
            <a:r>
              <a:rPr lang="es-ES" b="0" i="0">
                <a:solidFill>
                  <a:srgbClr val="D1D5DB"/>
                </a:solidFill>
                <a:effectLst/>
                <a:latin typeface="Söhne"/>
              </a:rPr>
              <a:t>) y CAN H (</a:t>
            </a:r>
            <a:r>
              <a:rPr lang="es-ES" b="0" i="0" err="1">
                <a:solidFill>
                  <a:srgbClr val="D1D5DB"/>
                </a:solidFill>
                <a:effectLst/>
                <a:latin typeface="Söhne"/>
              </a:rPr>
              <a:t>high</a:t>
            </a:r>
            <a:r>
              <a:rPr lang="es-ES" b="0" i="0">
                <a:solidFill>
                  <a:srgbClr val="D1D5DB"/>
                </a:solidFill>
                <a:effectLst/>
                <a:latin typeface="Söhne"/>
              </a:rPr>
              <a:t>), estos hilos van trenzados para evitar interferencias electromagnéticas. </a:t>
            </a:r>
          </a:p>
          <a:p>
            <a:pPr marL="171450" indent="-171450">
              <a:buFontTx/>
              <a:buChar char="-"/>
            </a:pPr>
            <a:r>
              <a:rPr lang="es-ES" b="0" i="0">
                <a:solidFill>
                  <a:srgbClr val="D1D5DB"/>
                </a:solidFill>
                <a:effectLst/>
                <a:latin typeface="Söhne"/>
              </a:rPr>
              <a:t>Estos dos hilos se sitúan en los pines 2 (L) y 7 (H) de los conectores DB9, en caso de utilizar dos canales para el mismo conector el segundo canal iría conectado a los pines 1 y 8.</a:t>
            </a:r>
          </a:p>
          <a:p>
            <a:pPr marL="171450" indent="-171450">
              <a:buFontTx/>
              <a:buChar char="-"/>
            </a:pPr>
            <a:r>
              <a:rPr lang="es-ES" b="0" i="0">
                <a:solidFill>
                  <a:srgbClr val="D1D5DB"/>
                </a:solidFill>
                <a:effectLst/>
                <a:latin typeface="Söhne"/>
              </a:rPr>
              <a:t>Dependiendo de la longitud del cable, a veces es necesario colocar resistencias de 120 </a:t>
            </a:r>
            <a:r>
              <a:rPr lang="es-ES" b="0" i="0" err="1">
                <a:solidFill>
                  <a:srgbClr val="D1D5DB"/>
                </a:solidFill>
                <a:effectLst/>
                <a:latin typeface="Söhne"/>
              </a:rPr>
              <a:t>Ohms</a:t>
            </a:r>
            <a:r>
              <a:rPr lang="es-ES" b="0" i="0">
                <a:solidFill>
                  <a:srgbClr val="D1D5DB"/>
                </a:solidFill>
                <a:effectLst/>
                <a:latin typeface="Söhne"/>
              </a:rPr>
              <a:t> para evitar reflejos de las señales y estropear la comunicación.</a:t>
            </a:r>
          </a:p>
          <a:p>
            <a:pPr marL="0" indent="0">
              <a:buFontTx/>
              <a:buNone/>
            </a:pPr>
            <a:endParaRPr lang="es-ES" b="0" i="0">
              <a:solidFill>
                <a:srgbClr val="D1D5DB"/>
              </a:solidFill>
              <a:effectLst/>
              <a:latin typeface="Söhne"/>
            </a:endParaRPr>
          </a:p>
          <a:p>
            <a:r>
              <a:rPr lang="es-ES"/>
              <a:t>Las dos líneas que forman el bus son diferenciales, es decir transmiten la información en forma de diferencias de voltaje. Cada una de las diferencias de voltaje es un 0 o un 1. Este tipo de comunicación mejora la resistencia a interferencias electromagnéticas y garantiza una transmisión de datos confiable, incluso en entornos ruidosos. Si uno de los hilos sufre daños, se podría mantener la comunicación utilizando el hilo restante, referenciando el hilo corrompido a tierra.</a:t>
            </a:r>
          </a:p>
          <a:p>
            <a:endParaRPr lang="es-ES"/>
          </a:p>
          <a:p>
            <a:r>
              <a:rPr lang="es-ES"/>
              <a:t>Tenemos dos tipos de estados: Recesivo y dominante. Recesivo es cuando las dos líneas del bus tienen el mismo nivel de tensión, mientras que el estado dominante es cuando hay una diferencia de tensión entre el CAN H y el CAN L. Esta diferencia de tensión tiene que estar comprendida entre 1.5 y 3 V para el estado dominante, ara el estado recesivo la tensión puede estar comprendida entre el nivel de CAN H y CAN L.</a:t>
            </a:r>
          </a:p>
          <a:p>
            <a:pPr marL="0" indent="0">
              <a:buFontTx/>
              <a:buNone/>
            </a:pPr>
            <a:endParaRPr lang="es-ES"/>
          </a:p>
        </p:txBody>
      </p:sp>
      <p:sp>
        <p:nvSpPr>
          <p:cNvPr id="4" name="Marcador de número de diapositiva 3"/>
          <p:cNvSpPr>
            <a:spLocks noGrp="1"/>
          </p:cNvSpPr>
          <p:nvPr>
            <p:ph type="sldNum" sz="quarter" idx="5"/>
          </p:nvPr>
        </p:nvSpPr>
        <p:spPr/>
        <p:txBody>
          <a:bodyPr/>
          <a:lstStyle/>
          <a:p>
            <a:fld id="{595A43E9-B906-4BEA-9482-3EB578BB0FC5}" type="slidenum">
              <a:rPr lang="fr-FR" smtClean="0"/>
              <a:pPr/>
              <a:t>3</a:t>
            </a:fld>
            <a:endParaRPr lang="fr-FR"/>
          </a:p>
        </p:txBody>
      </p:sp>
    </p:spTree>
    <p:extLst>
      <p:ext uri="{BB962C8B-B14F-4D97-AF65-F5344CB8AC3E}">
        <p14:creationId xmlns:p14="http://schemas.microsoft.com/office/powerpoint/2010/main" val="2278434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Aquí podemos ver una trama CAN completa, con sus diferentes campos.</a:t>
            </a:r>
          </a:p>
          <a:p>
            <a:endParaRPr lang="es-E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SOF - Inicio de trama = 1 bit (bajo = dominante)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ID – Identificador = 11 bit: Un identificador (único) para los datos, también tiene la prioridad del mensaje (ID con menor valor).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RTR = Solicitud de Transmisión Remota = 1 bit.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Campo de Control = 6 bit. El número de bytes del Campo de Datos CAN se indica mediante el Código de Longitud de Datos (DLC).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Campo de Datos = 0 a 64 Byte. Datos útiles.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Secuencia CRC = 15 bits. S</a:t>
            </a:r>
            <a:r>
              <a:rPr lang="es-ES" b="0" i="0">
                <a:solidFill>
                  <a:srgbClr val="D1D5DB"/>
                </a:solidFill>
                <a:effectLst/>
                <a:latin typeface="Söhne"/>
              </a:rPr>
              <a:t>e utiliza para garantizar la integridad de los datos durante la transmisión</a:t>
            </a:r>
            <a:r>
              <a:rPr lang="es-ES"/>
              <a:t>. </a:t>
            </a:r>
            <a:r>
              <a:rPr lang="es-ES" b="0" i="0">
                <a:solidFill>
                  <a:srgbClr val="D1D5DB"/>
                </a:solidFill>
                <a:effectLst/>
                <a:latin typeface="Söhne"/>
              </a:rPr>
              <a:t>Se calcula a partir de los datos que se van a enviar y se agrega como parte del mensaje transmitido. Cuando el receptor recibe el mensaje, también calcula el CRC a partir de los datos recibidos y compara este valor con el CRC recibido.</a:t>
            </a:r>
            <a:endParaRPr lang="es-E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ACK = 2 bits, incluido el delimitador ACK = alto (recesivo). </a:t>
            </a:r>
            <a:r>
              <a:rPr lang="es-ES" b="0" i="0">
                <a:solidFill>
                  <a:srgbClr val="D1D5DB"/>
                </a:solidFill>
                <a:effectLst/>
                <a:latin typeface="Söhne"/>
              </a:rPr>
              <a:t>Es una señal de confirmación que indica que un mensaje ha sido recibido correctamente por el destinatario. Cuando un dispositivo CAN envía un mensaje, espera recibir un ACK como confirmación de que el mensaje ha sido recibido y entendido por al menos uno de los dispositivos receptores en el bus CAN</a:t>
            </a:r>
            <a:endParaRPr lang="es-E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a:t>EOF - Fin de trama = 7 bits (alto = recesivo). Cada trama de datos y remota está delimitada por una secuencia de bandera de siete bits recesivos.</a:t>
            </a:r>
          </a:p>
        </p:txBody>
      </p:sp>
      <p:sp>
        <p:nvSpPr>
          <p:cNvPr id="4" name="Marcador de número de diapositiva 3"/>
          <p:cNvSpPr>
            <a:spLocks noGrp="1"/>
          </p:cNvSpPr>
          <p:nvPr>
            <p:ph type="sldNum" sz="quarter" idx="5"/>
          </p:nvPr>
        </p:nvSpPr>
        <p:spPr/>
        <p:txBody>
          <a:bodyPr/>
          <a:lstStyle/>
          <a:p>
            <a:fld id="{595A43E9-B906-4BEA-9482-3EB578BB0FC5}" type="slidenum">
              <a:rPr lang="fr-FR" smtClean="0"/>
              <a:pPr/>
              <a:t>4</a:t>
            </a:fld>
            <a:endParaRPr lang="fr-FR"/>
          </a:p>
        </p:txBody>
      </p:sp>
    </p:spTree>
    <p:extLst>
      <p:ext uri="{BB962C8B-B14F-4D97-AF65-F5344CB8AC3E}">
        <p14:creationId xmlns:p14="http://schemas.microsoft.com/office/powerpoint/2010/main" val="620218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el protocolo CAN hay diferentes niveles de encapsulación. Hasta ahora hemos hablado de tramas CAN, pero un nivel por debajo están las señales. Las tramas CAN transportan bits, los cuales forman señales, por lo tanto, las tramas CAN transportan señales. Las señales están encapsuladas dentro de las tramas CAN. Cuando trama CAN llega a una ECU y tiene que ser reenviada por un bus de CAN FD es necesario encapsular esta trama en una trama de CAN FD</a:t>
            </a:r>
          </a:p>
          <a:p>
            <a:endParaRPr lang="es-ES"/>
          </a:p>
          <a:p>
            <a:r>
              <a:rPr lang="es-ES"/>
              <a:t>ADAS_A4 </a:t>
            </a:r>
            <a:r>
              <a:rPr lang="es-ES">
                <a:sym typeface="Wingdings" panose="05000000000000000000" pitchFamily="2" charset="2"/>
              </a:rPr>
              <a:t> PT CAN</a:t>
            </a:r>
          </a:p>
          <a:p>
            <a:r>
              <a:rPr lang="es-ES">
                <a:sym typeface="Wingdings" panose="05000000000000000000" pitchFamily="2" charset="2"/>
              </a:rPr>
              <a:t>ADAS_A4SC_FD  V-FD</a:t>
            </a:r>
            <a:endParaRPr lang="es-ES"/>
          </a:p>
        </p:txBody>
      </p:sp>
      <p:sp>
        <p:nvSpPr>
          <p:cNvPr id="4" name="Marcador de número de diapositiva 3"/>
          <p:cNvSpPr>
            <a:spLocks noGrp="1"/>
          </p:cNvSpPr>
          <p:nvPr>
            <p:ph type="sldNum" sz="quarter" idx="5"/>
          </p:nvPr>
        </p:nvSpPr>
        <p:spPr/>
        <p:txBody>
          <a:bodyPr/>
          <a:lstStyle/>
          <a:p>
            <a:fld id="{595A43E9-B906-4BEA-9482-3EB578BB0FC5}" type="slidenum">
              <a:rPr lang="fr-FR" smtClean="0"/>
              <a:pPr/>
              <a:t>5</a:t>
            </a:fld>
            <a:endParaRPr lang="fr-FR"/>
          </a:p>
        </p:txBody>
      </p:sp>
    </p:spTree>
    <p:extLst>
      <p:ext uri="{BB962C8B-B14F-4D97-AF65-F5344CB8AC3E}">
        <p14:creationId xmlns:p14="http://schemas.microsoft.com/office/powerpoint/2010/main" val="461132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LO DEL 1 ENTRE MEDIAS</a:t>
            </a:r>
          </a:p>
          <a:p>
            <a:r>
              <a:rPr lang="es-ES" b="0" i="0">
                <a:solidFill>
                  <a:srgbClr val="202122"/>
                </a:solidFill>
                <a:effectLst/>
                <a:latin typeface="Arial" panose="020B0604020202020204" pitchFamily="34" charset="0"/>
              </a:rPr>
              <a:t>Cuando un nodo detecta seis bits consecutivos iguales en un campo susceptible de ser rellenado lo considera un error y emite un error activo. Un error activo consiste en seis bits consecutivos dominantes y viola la regla de relleno de bits.</a:t>
            </a:r>
          </a:p>
          <a:p>
            <a:endParaRPr lang="es-ES" b="0" i="0">
              <a:solidFill>
                <a:srgbClr val="202122"/>
              </a:solidFill>
              <a:effectLst/>
              <a:latin typeface="Arial" panose="020B0604020202020204" pitchFamily="34" charset="0"/>
            </a:endParaRPr>
          </a:p>
          <a:p>
            <a:r>
              <a:rPr lang="es-ES" b="0" i="0">
                <a:solidFill>
                  <a:srgbClr val="202122"/>
                </a:solidFill>
                <a:effectLst/>
                <a:latin typeface="Arial" panose="020B0604020202020204" pitchFamily="34" charset="0"/>
              </a:rPr>
              <a:t>Un bit de polaridad opuesta es insertado después de cinco bits consecutivos de la misma polaridad. Los bits insertados son eliminados por el receptor.</a:t>
            </a:r>
            <a:endParaRPr lang="es-ES"/>
          </a:p>
        </p:txBody>
      </p:sp>
      <p:sp>
        <p:nvSpPr>
          <p:cNvPr id="4" name="Marcador de número de diapositiva 3"/>
          <p:cNvSpPr>
            <a:spLocks noGrp="1"/>
          </p:cNvSpPr>
          <p:nvPr>
            <p:ph type="sldNum" sz="quarter" idx="5"/>
          </p:nvPr>
        </p:nvSpPr>
        <p:spPr/>
        <p:txBody>
          <a:bodyPr/>
          <a:lstStyle/>
          <a:p>
            <a:fld id="{595A43E9-B906-4BEA-9482-3EB578BB0FC5}" type="slidenum">
              <a:rPr lang="fr-FR" smtClean="0"/>
              <a:pPr/>
              <a:t>6</a:t>
            </a:fld>
            <a:endParaRPr lang="fr-FR"/>
          </a:p>
        </p:txBody>
      </p:sp>
    </p:spTree>
    <p:extLst>
      <p:ext uri="{BB962C8B-B14F-4D97-AF65-F5344CB8AC3E}">
        <p14:creationId xmlns:p14="http://schemas.microsoft.com/office/powerpoint/2010/main" val="1261059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91C9F822-6FF5-4543-B344-C74091A24F2B}" type="slidenum">
              <a:rPr lang="es-ES" smtClean="0"/>
              <a:t>8</a:t>
            </a:fld>
            <a:endParaRPr lang="es-ES"/>
          </a:p>
        </p:txBody>
      </p:sp>
    </p:spTree>
    <p:extLst>
      <p:ext uri="{BB962C8B-B14F-4D97-AF65-F5344CB8AC3E}">
        <p14:creationId xmlns:p14="http://schemas.microsoft.com/office/powerpoint/2010/main" val="2376307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7896-A5A3-E94F-DFA2-97D80D1E53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E112B5-A57B-CAEA-5CC0-8896D12EFC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EBEA24-3395-31C1-ABEA-B95E49FE693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EA7CDE0-E275-D498-627E-C79AD694E31D}"/>
              </a:ext>
            </a:extLst>
          </p:cNvPr>
          <p:cNvSpPr>
            <a:spLocks noGrp="1"/>
          </p:cNvSpPr>
          <p:nvPr>
            <p:ph type="sldNum" sz="quarter" idx="5"/>
          </p:nvPr>
        </p:nvSpPr>
        <p:spPr/>
        <p:txBody>
          <a:bodyPr/>
          <a:lstStyle/>
          <a:p>
            <a:fld id="{91C9F822-6FF5-4543-B344-C74091A24F2B}" type="slidenum">
              <a:rPr lang="es-ES" smtClean="0"/>
              <a:t>15</a:t>
            </a:fld>
            <a:endParaRPr lang="es-ES"/>
          </a:p>
        </p:txBody>
      </p:sp>
    </p:spTree>
    <p:extLst>
      <p:ext uri="{BB962C8B-B14F-4D97-AF65-F5344CB8AC3E}">
        <p14:creationId xmlns:p14="http://schemas.microsoft.com/office/powerpoint/2010/main" val="507639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Necesaria wifi para instalar las librerías con </a:t>
            </a:r>
            <a:r>
              <a:rPr lang="es-ES" err="1"/>
              <a:t>pipinstall</a:t>
            </a:r>
            <a:r>
              <a:rPr lang="es-ES"/>
              <a:t>.</a:t>
            </a:r>
          </a:p>
          <a:p>
            <a:r>
              <a:rPr lang="es-ES" err="1"/>
              <a:t>Github</a:t>
            </a:r>
            <a:r>
              <a:rPr lang="es-ES"/>
              <a:t> para descargar recursos y que se puedan comprobar los servicios (ECU simulada).</a:t>
            </a:r>
          </a:p>
          <a:p>
            <a:r>
              <a:rPr lang="es-ES"/>
              <a:t>Abrir VCAN (canal virtual).</a:t>
            </a:r>
          </a:p>
          <a:p>
            <a:r>
              <a:rPr lang="es-ES"/>
              <a:t>Probar los servicios de CANUDS, sesión , </a:t>
            </a:r>
            <a:r>
              <a:rPr lang="es-ES" err="1"/>
              <a:t>tester</a:t>
            </a:r>
            <a:r>
              <a:rPr lang="es-ES"/>
              <a:t> </a:t>
            </a:r>
            <a:r>
              <a:rPr lang="es-ES" err="1"/>
              <a:t>present</a:t>
            </a:r>
            <a:r>
              <a:rPr lang="es-ES"/>
              <a:t>….</a:t>
            </a:r>
          </a:p>
          <a:p>
            <a:endParaRPr lang="es-ES"/>
          </a:p>
          <a:p>
            <a:r>
              <a:rPr lang="es-ES"/>
              <a:t>Explicar </a:t>
            </a:r>
            <a:r>
              <a:rPr lang="es-ES" err="1"/>
              <a:t>candump</a:t>
            </a:r>
            <a:r>
              <a:rPr lang="es-ES"/>
              <a:t> y </a:t>
            </a:r>
            <a:r>
              <a:rPr lang="es-ES" err="1"/>
              <a:t>cansend</a:t>
            </a:r>
            <a:r>
              <a:rPr lang="es-ES"/>
              <a:t>.</a:t>
            </a:r>
          </a:p>
          <a:p>
            <a:endParaRPr lang="es-ES"/>
          </a:p>
          <a:p>
            <a:r>
              <a:rPr lang="es-ES"/>
              <a:t>Primer ejercicio: encontrar el identificador de la ECU, en los pares </a:t>
            </a:r>
            <a:r>
              <a:rPr lang="es-ES" err="1"/>
              <a:t>request</a:t>
            </a:r>
            <a:r>
              <a:rPr lang="es-ES"/>
              <a:t>/response.</a:t>
            </a:r>
          </a:p>
          <a:p>
            <a:r>
              <a:rPr lang="es-ES"/>
              <a:t>15-20min</a:t>
            </a:r>
          </a:p>
          <a:p>
            <a:endParaRPr lang="es-ES"/>
          </a:p>
          <a:p>
            <a:r>
              <a:rPr lang="es-ES"/>
              <a:t>Ejercicio 2: Intentar hacer un </a:t>
            </a:r>
            <a:r>
              <a:rPr lang="es-ES" err="1"/>
              <a:t>security</a:t>
            </a:r>
            <a:r>
              <a:rPr lang="es-ES"/>
              <a:t> Access</a:t>
            </a:r>
          </a:p>
          <a:p>
            <a:r>
              <a:rPr lang="es-ES"/>
              <a:t>Primero explicar el flujo y ellos ya tienen que intentarlo.</a:t>
            </a:r>
          </a:p>
          <a:p>
            <a:r>
              <a:rPr lang="es-ES"/>
              <a:t>El </a:t>
            </a:r>
            <a:r>
              <a:rPr lang="es-ES" err="1"/>
              <a:t>seed</a:t>
            </a:r>
            <a:r>
              <a:rPr lang="es-ES"/>
              <a:t> de 6 bytes, tienen que aplicar algoritmos para averiguar.</a:t>
            </a:r>
          </a:p>
          <a:p>
            <a:endParaRPr lang="es-ES"/>
          </a:p>
          <a:p>
            <a:r>
              <a:rPr lang="es-ES"/>
              <a:t>Sin respuesta.</a:t>
            </a:r>
          </a:p>
          <a:p>
            <a:endParaRPr lang="es-ES"/>
          </a:p>
        </p:txBody>
      </p:sp>
      <p:sp>
        <p:nvSpPr>
          <p:cNvPr id="4" name="Marcador de número de diapositiva 3"/>
          <p:cNvSpPr>
            <a:spLocks noGrp="1"/>
          </p:cNvSpPr>
          <p:nvPr>
            <p:ph type="sldNum" sz="quarter" idx="5"/>
          </p:nvPr>
        </p:nvSpPr>
        <p:spPr/>
        <p:txBody>
          <a:bodyPr/>
          <a:lstStyle/>
          <a:p>
            <a:fld id="{91C9F822-6FF5-4543-B344-C74091A24F2B}" type="slidenum">
              <a:rPr lang="es-ES" smtClean="0"/>
              <a:t>16</a:t>
            </a:fld>
            <a:endParaRPr lang="es-ES"/>
          </a:p>
        </p:txBody>
      </p:sp>
    </p:spTree>
    <p:extLst>
      <p:ext uri="{BB962C8B-B14F-4D97-AF65-F5344CB8AC3E}">
        <p14:creationId xmlns:p14="http://schemas.microsoft.com/office/powerpoint/2010/main" val="3416257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562F-7956-2069-F993-B2A8A4F0A8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1F1CC3-71EA-762F-0CCE-57D81194F3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E84EDA-54F2-48B2-077D-1CE0C1D055D8}"/>
              </a:ext>
            </a:extLst>
          </p:cNvPr>
          <p:cNvSpPr>
            <a:spLocks noGrp="1"/>
          </p:cNvSpPr>
          <p:nvPr>
            <p:ph type="body" idx="1"/>
          </p:nvPr>
        </p:nvSpPr>
        <p:spPr/>
        <p:txBody>
          <a:bodyPr/>
          <a:lstStyle/>
          <a:p>
            <a:r>
              <a:rPr lang="es-ES"/>
              <a:t>Color envíos</a:t>
            </a:r>
          </a:p>
          <a:p>
            <a:r>
              <a:rPr lang="es-ES"/>
              <a:t>Recepciones</a:t>
            </a:r>
          </a:p>
          <a:p>
            <a:r>
              <a:rPr lang="es-ES"/>
              <a:t>Identificadores</a:t>
            </a:r>
          </a:p>
          <a:p>
            <a:r>
              <a:rPr lang="es-ES"/>
              <a:t>Servicio 22</a:t>
            </a:r>
          </a:p>
          <a:p>
            <a:r>
              <a:rPr lang="es-ES"/>
              <a:t>Respuesta 62</a:t>
            </a:r>
          </a:p>
          <a:p>
            <a:r>
              <a:rPr lang="es-ES"/>
              <a:t>Mensaje corto y mensaje largo</a:t>
            </a:r>
          </a:p>
          <a:p>
            <a:r>
              <a:rPr lang="es-ES"/>
              <a:t>Primeros 4 – 3Ey 7E y el resto</a:t>
            </a:r>
          </a:p>
        </p:txBody>
      </p:sp>
      <p:sp>
        <p:nvSpPr>
          <p:cNvPr id="4" name="Marcador de número de diapositiva 3">
            <a:extLst>
              <a:ext uri="{FF2B5EF4-FFF2-40B4-BE49-F238E27FC236}">
                <a16:creationId xmlns:a16="http://schemas.microsoft.com/office/drawing/2014/main" id="{29BE18D9-9403-BF0A-342D-17BD087260EF}"/>
              </a:ext>
            </a:extLst>
          </p:cNvPr>
          <p:cNvSpPr>
            <a:spLocks noGrp="1"/>
          </p:cNvSpPr>
          <p:nvPr>
            <p:ph type="sldNum" sz="quarter" idx="5"/>
          </p:nvPr>
        </p:nvSpPr>
        <p:spPr/>
        <p:txBody>
          <a:bodyPr/>
          <a:lstStyle/>
          <a:p>
            <a:fld id="{91C9F822-6FF5-4543-B344-C74091A24F2B}" type="slidenum">
              <a:rPr lang="es-ES" smtClean="0"/>
              <a:t>17</a:t>
            </a:fld>
            <a:endParaRPr lang="es-ES"/>
          </a:p>
        </p:txBody>
      </p:sp>
    </p:spTree>
    <p:extLst>
      <p:ext uri="{BB962C8B-B14F-4D97-AF65-F5344CB8AC3E}">
        <p14:creationId xmlns:p14="http://schemas.microsoft.com/office/powerpoint/2010/main" val="3297571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A0AB-E65D-5073-11FE-BA707252B1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5F3E1D-BD8A-D5B7-5EE8-992827D20F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F9DA96-9D7B-A27E-3012-2A767EBF5A32}"/>
              </a:ext>
            </a:extLst>
          </p:cNvPr>
          <p:cNvSpPr>
            <a:spLocks noGrp="1"/>
          </p:cNvSpPr>
          <p:nvPr>
            <p:ph type="body" idx="1"/>
          </p:nvPr>
        </p:nvSpPr>
        <p:spPr/>
        <p:txBody>
          <a:bodyPr/>
          <a:lstStyle/>
          <a:p>
            <a:r>
              <a:rPr lang="es-ES"/>
              <a:t>Color envíos</a:t>
            </a:r>
          </a:p>
          <a:p>
            <a:r>
              <a:rPr lang="es-ES"/>
              <a:t>Recepciones</a:t>
            </a:r>
          </a:p>
          <a:p>
            <a:r>
              <a:rPr lang="es-ES"/>
              <a:t>Identificadores</a:t>
            </a:r>
          </a:p>
          <a:p>
            <a:r>
              <a:rPr lang="es-ES"/>
              <a:t>Servicio 22</a:t>
            </a:r>
          </a:p>
          <a:p>
            <a:r>
              <a:rPr lang="es-ES"/>
              <a:t>Respuesta 62</a:t>
            </a:r>
          </a:p>
          <a:p>
            <a:r>
              <a:rPr lang="es-ES"/>
              <a:t>Mensaje corto y mensaje largo</a:t>
            </a:r>
          </a:p>
          <a:p>
            <a:r>
              <a:rPr lang="es-ES"/>
              <a:t>Primeros 4 – 3Ey 7E y el resto</a:t>
            </a:r>
          </a:p>
        </p:txBody>
      </p:sp>
      <p:sp>
        <p:nvSpPr>
          <p:cNvPr id="4" name="Marcador de número de diapositiva 3">
            <a:extLst>
              <a:ext uri="{FF2B5EF4-FFF2-40B4-BE49-F238E27FC236}">
                <a16:creationId xmlns:a16="http://schemas.microsoft.com/office/drawing/2014/main" id="{68E04F6E-9289-DBBA-CB2F-231DDFA4E5A5}"/>
              </a:ext>
            </a:extLst>
          </p:cNvPr>
          <p:cNvSpPr>
            <a:spLocks noGrp="1"/>
          </p:cNvSpPr>
          <p:nvPr>
            <p:ph type="sldNum" sz="quarter" idx="5"/>
          </p:nvPr>
        </p:nvSpPr>
        <p:spPr/>
        <p:txBody>
          <a:bodyPr/>
          <a:lstStyle/>
          <a:p>
            <a:fld id="{91C9F822-6FF5-4543-B344-C74091A24F2B}" type="slidenum">
              <a:rPr lang="es-ES" smtClean="0"/>
              <a:t>18</a:t>
            </a:fld>
            <a:endParaRPr lang="es-ES"/>
          </a:p>
        </p:txBody>
      </p:sp>
    </p:spTree>
    <p:extLst>
      <p:ext uri="{BB962C8B-B14F-4D97-AF65-F5344CB8AC3E}">
        <p14:creationId xmlns:p14="http://schemas.microsoft.com/office/powerpoint/2010/main" val="377837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16CEB-56A9-45A3-4821-84D93DE099F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6AB63945-3CC7-814B-BE60-19CA8210BC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DD87D747-14EA-5B13-E79D-69DC430B9817}"/>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93664C46-BAC5-058C-7F99-81AE4C9D807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58F8439-3AEA-C228-E1FA-980C9A298439}"/>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3413732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A9AC49-49D1-44AD-11F7-A87D536CF64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E9F8090-A505-D519-FF84-4F52C08356F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89786C3-EE40-B8FA-2134-8FF396A5451D}"/>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6F5D693A-D382-05FD-CEE6-45C6617AE4A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46CE85-26F1-0CC7-4012-231B969758AC}"/>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308331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CE2B17-01AD-25DF-EFBD-BE16BCFF15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777EBD4-3C4A-EAB4-14F9-033FBB8A8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8670751-1CC4-643D-5441-7795ADEDB558}"/>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ADFA9DBD-97D8-C59F-5772-BE340F0E0A0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582D45A-8A62-4779-3E0B-AB5408FBA7BC}"/>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2409225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4CE6D-9FBF-4CF6-D33C-ABBB22AD2FD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629677C-F5F1-9553-3300-3D96F23C7CF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1C02838-1D27-A322-5891-90038D63FD8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2EA3C10-F4C8-7700-FAE1-88E572F251D8}"/>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6" name="Marcador de pie de página 5">
            <a:extLst>
              <a:ext uri="{FF2B5EF4-FFF2-40B4-BE49-F238E27FC236}">
                <a16:creationId xmlns:a16="http://schemas.microsoft.com/office/drawing/2014/main" id="{55293273-FF5C-DC4D-E70C-6F584AEDC92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600806A-1DE5-98B6-511E-00E790F30A0F}"/>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1077249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10AC0-26E5-D203-85C3-714B84DA7C4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7BB2807-3B8E-910D-C424-D9110B2413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F77721-BE19-1637-A268-7AF267A60A9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2D7C7F6A-ADC8-7A00-7416-DCDE69786A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F05DDD7-D4D5-48BA-B84E-0D7EAEC0777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06BBB24-E313-95BB-ADAD-33CB0B420C1B}"/>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8" name="Marcador de pie de página 7">
            <a:extLst>
              <a:ext uri="{FF2B5EF4-FFF2-40B4-BE49-F238E27FC236}">
                <a16:creationId xmlns:a16="http://schemas.microsoft.com/office/drawing/2014/main" id="{4984EC43-89AF-FA59-4CEF-83E883899A1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E857F92-74EF-2E96-04A8-8143A7C6FC91}"/>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1140425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9CE9A-F0F3-85F5-41E1-0F286F9DE6B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42636B71-D21C-7EA7-182C-F1ADD9A8B8C6}"/>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4" name="Marcador de pie de página 3">
            <a:extLst>
              <a:ext uri="{FF2B5EF4-FFF2-40B4-BE49-F238E27FC236}">
                <a16:creationId xmlns:a16="http://schemas.microsoft.com/office/drawing/2014/main" id="{B9066186-D83B-5021-F2AA-2A752F36886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7F1087A-99D3-586A-1FBB-895F062839C6}"/>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546882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F82727-A098-A5CE-447A-8ABD6B504234}"/>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3" name="Marcador de pie de página 2">
            <a:extLst>
              <a:ext uri="{FF2B5EF4-FFF2-40B4-BE49-F238E27FC236}">
                <a16:creationId xmlns:a16="http://schemas.microsoft.com/office/drawing/2014/main" id="{9217C2D5-0E04-EC8E-D817-30F7D082475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50C2DC93-5620-C56F-D116-7B1F01C3A6B7}"/>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2896119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1EA2B-0002-61CA-2E3C-3F43E285510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E1D1177-9213-7CFB-A123-EC2AB1AB31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254AEE6-34C4-51BE-65EE-B2EACA02A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6267BB-F8E3-C0EC-CEA0-4B614F989BAF}"/>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6" name="Marcador de pie de página 5">
            <a:extLst>
              <a:ext uri="{FF2B5EF4-FFF2-40B4-BE49-F238E27FC236}">
                <a16:creationId xmlns:a16="http://schemas.microsoft.com/office/drawing/2014/main" id="{CECF5738-23AE-D566-00D0-A028ADE1F72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B555D0B-86A5-FA11-61D7-289CFC897F78}"/>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193201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5B9E8F-B50E-5806-368A-C97F0BF0CF4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69E7679-5DE9-066C-60B2-5D188DE458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8FF36DE-859E-3CB6-23CF-2912F9B6E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5B57537-AD37-32EE-B924-044CDABA8F57}"/>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6" name="Marcador de pie de página 5">
            <a:extLst>
              <a:ext uri="{FF2B5EF4-FFF2-40B4-BE49-F238E27FC236}">
                <a16:creationId xmlns:a16="http://schemas.microsoft.com/office/drawing/2014/main" id="{AE123C5E-3D9D-0B76-B054-A6754001C4A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8EAC088-9774-1D58-0ABB-ED52D5889551}"/>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3278729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125B0D-20AC-A127-BF25-D966C73A843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1CF2601-91D9-3866-19D5-14919266EA1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DCA6BE3-5D05-52BF-128C-EE5EA3F91831}"/>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C136B772-B3C8-8230-5734-E15D656F1A8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837FDEE-BAA3-BEB2-2809-F93826C78F23}"/>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1493048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430B3E1-2566-DF23-53C9-61FEF085096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2EF484B-03C7-6BEA-00D2-1508519BCD8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0EBA117-A739-3445-8114-8EA541BA2E4D}"/>
              </a:ext>
            </a:extLst>
          </p:cNvPr>
          <p:cNvSpPr>
            <a:spLocks noGrp="1"/>
          </p:cNvSpPr>
          <p:nvPr>
            <p:ph type="dt" sz="half" idx="10"/>
          </p:nvPr>
        </p:nvSpPr>
        <p:spPr/>
        <p:txBody>
          <a:body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33741AC7-EB1B-8730-8F5A-C31A0F41416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0208542-98B1-4677-C760-DE7A4E46EF42}"/>
              </a:ext>
            </a:extLst>
          </p:cNvPr>
          <p:cNvSpPr>
            <a:spLocks noGrp="1"/>
          </p:cNvSpPr>
          <p:nvPr>
            <p:ph type="sldNum" sz="quarter" idx="12"/>
          </p:nvPr>
        </p:nvSpPr>
        <p:spPr/>
        <p:txBody>
          <a:bodyPr/>
          <a:lstStyle/>
          <a:p>
            <a:fld id="{818FF288-99C9-4492-97D8-3BAC74F1E1C7}" type="slidenum">
              <a:rPr lang="es-ES" smtClean="0"/>
              <a:t>‹#›</a:t>
            </a:fld>
            <a:endParaRPr lang="es-ES"/>
          </a:p>
        </p:txBody>
      </p:sp>
    </p:spTree>
    <p:extLst>
      <p:ext uri="{BB962C8B-B14F-4D97-AF65-F5344CB8AC3E}">
        <p14:creationId xmlns:p14="http://schemas.microsoft.com/office/powerpoint/2010/main" val="2500711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over">
    <p:spTree>
      <p:nvGrpSpPr>
        <p:cNvPr id="1" name=""/>
        <p:cNvGrpSpPr/>
        <p:nvPr/>
      </p:nvGrpSpPr>
      <p:grpSpPr>
        <a:xfrm>
          <a:off x="0" y="0"/>
          <a:ext cx="0" cy="0"/>
          <a:chOff x="0" y="0"/>
          <a:chExt cx="0" cy="0"/>
        </a:xfrm>
      </p:grpSpPr>
      <p:pic>
        <p:nvPicPr>
          <p:cNvPr id="11" name="Espace réservé pour une image  11" descr="Une image contenant herbe, extérieur, scène, passage&#10;&#10;Description générée automatiquement">
            <a:extLst>
              <a:ext uri="{FF2B5EF4-FFF2-40B4-BE49-F238E27FC236}">
                <a16:creationId xmlns:a16="http://schemas.microsoft.com/office/drawing/2014/main" id="{2D2963E7-31E6-554B-876C-39B8C8385B5D}"/>
              </a:ext>
            </a:extLst>
          </p:cNvPr>
          <p:cNvPicPr>
            <a:picLocks noChangeAspect="1"/>
          </p:cNvPicPr>
          <p:nvPr userDrawn="1"/>
        </p:nvPicPr>
        <p:blipFill>
          <a:blip r:embed="rId2"/>
          <a:srcRect/>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53600" y="5261008"/>
            <a:ext cx="10912000" cy="403957"/>
          </a:xfrm>
          <a:prstGeom prst="rect">
            <a:avLst/>
          </a:prstGeom>
        </p:spPr>
        <p:txBody>
          <a:bodyPr lIns="0" tIns="0" rIns="0" bIns="0" anchor="b"/>
          <a:lstStyle>
            <a:lvl1pPr algn="l">
              <a:lnSpc>
                <a:spcPct val="75000"/>
              </a:lnSpc>
              <a:defRPr sz="2800" b="1">
                <a:solidFill>
                  <a:schemeClr val="bg1"/>
                </a:solidFill>
                <a:latin typeface="+mj-lt"/>
              </a:defRPr>
            </a:lvl1pPr>
          </a:lstStyle>
          <a:p>
            <a:r>
              <a:rPr lang="en-GB" noProof="0"/>
              <a:t>Presentation title</a:t>
            </a:r>
          </a:p>
        </p:txBody>
      </p:sp>
      <p:sp>
        <p:nvSpPr>
          <p:cNvPr id="8" name="Sous-titre 2">
            <a:extLst>
              <a:ext uri="{FF2B5EF4-FFF2-40B4-BE49-F238E27FC236}">
                <a16:creationId xmlns:a16="http://schemas.microsoft.com/office/drawing/2014/main" id="{B6B0BE4C-9A25-4D0D-9CC3-4D42C3704D22}"/>
              </a:ext>
            </a:extLst>
          </p:cNvPr>
          <p:cNvSpPr>
            <a:spLocks noGrp="1"/>
          </p:cNvSpPr>
          <p:nvPr>
            <p:ph type="subTitle" idx="1" hasCustomPrompt="1"/>
          </p:nvPr>
        </p:nvSpPr>
        <p:spPr>
          <a:xfrm>
            <a:off x="471600" y="5718191"/>
            <a:ext cx="10890330" cy="193899"/>
          </a:xfrm>
          <a:prstGeom prst="rect">
            <a:avLst/>
          </a:prstGeom>
        </p:spPr>
        <p:txBody>
          <a:bodyPr lIns="0" tIns="0" rIns="0" bIns="0"/>
          <a:lstStyle>
            <a:lvl1pPr marL="0" indent="0" algn="l">
              <a:buNone/>
              <a:defRPr sz="1400" strike="noStrike" cap="all" baseline="0">
                <a:solidFill>
                  <a:schemeClr val="bg1"/>
                </a:solidFill>
                <a:latin typeface="Renault Group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Date or presentation subtitle</a:t>
            </a:r>
          </a:p>
        </p:txBody>
      </p:sp>
      <p:sp>
        <p:nvSpPr>
          <p:cNvPr id="6" name="Forme libre 5">
            <a:extLst>
              <a:ext uri="{FF2B5EF4-FFF2-40B4-BE49-F238E27FC236}">
                <a16:creationId xmlns:a16="http://schemas.microsoft.com/office/drawing/2014/main" id="{9780FFCA-0B7E-3148-9555-F4500BE8E253}"/>
              </a:ext>
            </a:extLst>
          </p:cNvPr>
          <p:cNvSpPr/>
          <p:nvPr userDrawn="1"/>
        </p:nvSpPr>
        <p:spPr>
          <a:xfrm>
            <a:off x="464400" y="485775"/>
            <a:ext cx="1876550" cy="848138"/>
          </a:xfrm>
          <a:custGeom>
            <a:avLst/>
            <a:gdLst>
              <a:gd name="connsiteX0" fmla="*/ 738002 w 1876550"/>
              <a:gd name="connsiteY0" fmla="*/ 525573 h 848138"/>
              <a:gd name="connsiteX1" fmla="*/ 700955 w 1876550"/>
              <a:gd name="connsiteY1" fmla="*/ 535046 h 848138"/>
              <a:gd name="connsiteX2" fmla="*/ 675053 w 1876550"/>
              <a:gd name="connsiteY2" fmla="*/ 561785 h 848138"/>
              <a:gd name="connsiteX3" fmla="*/ 665580 w 1876550"/>
              <a:gd name="connsiteY3" fmla="*/ 603017 h 848138"/>
              <a:gd name="connsiteX4" fmla="*/ 675053 w 1876550"/>
              <a:gd name="connsiteY4" fmla="*/ 643688 h 848138"/>
              <a:gd name="connsiteX5" fmla="*/ 700955 w 1876550"/>
              <a:gd name="connsiteY5" fmla="*/ 670426 h 848138"/>
              <a:gd name="connsiteX6" fmla="*/ 738002 w 1876550"/>
              <a:gd name="connsiteY6" fmla="*/ 679900 h 848138"/>
              <a:gd name="connsiteX7" fmla="*/ 775603 w 1876550"/>
              <a:gd name="connsiteY7" fmla="*/ 670426 h 848138"/>
              <a:gd name="connsiteX8" fmla="*/ 801512 w 1876550"/>
              <a:gd name="connsiteY8" fmla="*/ 643688 h 848138"/>
              <a:gd name="connsiteX9" fmla="*/ 810977 w 1876550"/>
              <a:gd name="connsiteY9" fmla="*/ 603017 h 848138"/>
              <a:gd name="connsiteX10" fmla="*/ 801512 w 1876550"/>
              <a:gd name="connsiteY10" fmla="*/ 561785 h 848138"/>
              <a:gd name="connsiteX11" fmla="*/ 775603 w 1876550"/>
              <a:gd name="connsiteY11" fmla="*/ 535046 h 848138"/>
              <a:gd name="connsiteX12" fmla="*/ 738002 w 1876550"/>
              <a:gd name="connsiteY12" fmla="*/ 525573 h 848138"/>
              <a:gd name="connsiteX13" fmla="*/ 1371202 w 1876550"/>
              <a:gd name="connsiteY13" fmla="*/ 525569 h 848138"/>
              <a:gd name="connsiteX14" fmla="*/ 1334422 w 1876550"/>
              <a:gd name="connsiteY14" fmla="*/ 535042 h 848138"/>
              <a:gd name="connsiteX15" fmla="*/ 1308798 w 1876550"/>
              <a:gd name="connsiteY15" fmla="*/ 561780 h 848138"/>
              <a:gd name="connsiteX16" fmla="*/ 1299340 w 1876550"/>
              <a:gd name="connsiteY16" fmla="*/ 603013 h 848138"/>
              <a:gd name="connsiteX17" fmla="*/ 1308798 w 1876550"/>
              <a:gd name="connsiteY17" fmla="*/ 643684 h 848138"/>
              <a:gd name="connsiteX18" fmla="*/ 1334422 w 1876550"/>
              <a:gd name="connsiteY18" fmla="*/ 670422 h 848138"/>
              <a:gd name="connsiteX19" fmla="*/ 1371202 w 1876550"/>
              <a:gd name="connsiteY19" fmla="*/ 679895 h 848138"/>
              <a:gd name="connsiteX20" fmla="*/ 1407974 w 1876550"/>
              <a:gd name="connsiteY20" fmla="*/ 670422 h 848138"/>
              <a:gd name="connsiteX21" fmla="*/ 1433607 w 1876550"/>
              <a:gd name="connsiteY21" fmla="*/ 643684 h 848138"/>
              <a:gd name="connsiteX22" fmla="*/ 1443064 w 1876550"/>
              <a:gd name="connsiteY22" fmla="*/ 603013 h 848138"/>
              <a:gd name="connsiteX23" fmla="*/ 1433607 w 1876550"/>
              <a:gd name="connsiteY23" fmla="*/ 561780 h 848138"/>
              <a:gd name="connsiteX24" fmla="*/ 1407974 w 1876550"/>
              <a:gd name="connsiteY24" fmla="*/ 535042 h 848138"/>
              <a:gd name="connsiteX25" fmla="*/ 1371202 w 1876550"/>
              <a:gd name="connsiteY25" fmla="*/ 525569 h 848138"/>
              <a:gd name="connsiteX26" fmla="*/ 918163 w 1876550"/>
              <a:gd name="connsiteY26" fmla="*/ 463734 h 848138"/>
              <a:gd name="connsiteX27" fmla="*/ 994517 w 1876550"/>
              <a:gd name="connsiteY27" fmla="*/ 463734 h 848138"/>
              <a:gd name="connsiteX28" fmla="*/ 994517 w 1876550"/>
              <a:gd name="connsiteY28" fmla="*/ 621407 h 848138"/>
              <a:gd name="connsiteX29" fmla="*/ 1009540 w 1876550"/>
              <a:gd name="connsiteY29" fmla="*/ 665134 h 848138"/>
              <a:gd name="connsiteX30" fmla="*/ 1049658 w 1876550"/>
              <a:gd name="connsiteY30" fmla="*/ 679920 h 848138"/>
              <a:gd name="connsiteX31" fmla="*/ 1090054 w 1876550"/>
              <a:gd name="connsiteY31" fmla="*/ 665134 h 848138"/>
              <a:gd name="connsiteX32" fmla="*/ 1104825 w 1876550"/>
              <a:gd name="connsiteY32" fmla="*/ 621407 h 848138"/>
              <a:gd name="connsiteX33" fmla="*/ 1104825 w 1876550"/>
              <a:gd name="connsiteY33" fmla="*/ 463734 h 848138"/>
              <a:gd name="connsiteX34" fmla="*/ 1181139 w 1876550"/>
              <a:gd name="connsiteY34" fmla="*/ 463734 h 848138"/>
              <a:gd name="connsiteX35" fmla="*/ 1181139 w 1876550"/>
              <a:gd name="connsiteY35" fmla="*/ 629767 h 848138"/>
              <a:gd name="connsiteX36" fmla="*/ 1164426 w 1876550"/>
              <a:gd name="connsiteY36" fmla="*/ 692164 h 848138"/>
              <a:gd name="connsiteX37" fmla="*/ 1118189 w 1876550"/>
              <a:gd name="connsiteY37" fmla="*/ 733395 h 848138"/>
              <a:gd name="connsiteX38" fmla="*/ 1049658 w 1876550"/>
              <a:gd name="connsiteY38" fmla="*/ 747882 h 848138"/>
              <a:gd name="connsiteX39" fmla="*/ 954382 w 1876550"/>
              <a:gd name="connsiteY39" fmla="*/ 716391 h 848138"/>
              <a:gd name="connsiteX40" fmla="*/ 918163 w 1876550"/>
              <a:gd name="connsiteY40" fmla="*/ 629767 h 848138"/>
              <a:gd name="connsiteX41" fmla="*/ 576019 w 1876550"/>
              <a:gd name="connsiteY41" fmla="*/ 463506 h 848138"/>
              <a:gd name="connsiteX42" fmla="*/ 576019 w 1876550"/>
              <a:gd name="connsiteY42" fmla="*/ 537098 h 848138"/>
              <a:gd name="connsiteX43" fmla="*/ 490240 w 1876550"/>
              <a:gd name="connsiteY43" fmla="*/ 578745 h 848138"/>
              <a:gd name="connsiteX44" fmla="*/ 477907 w 1876550"/>
              <a:gd name="connsiteY44" fmla="*/ 624867 h 848138"/>
              <a:gd name="connsiteX45" fmla="*/ 477907 w 1876550"/>
              <a:gd name="connsiteY45" fmla="*/ 742349 h 848138"/>
              <a:gd name="connsiteX46" fmla="*/ 401584 w 1876550"/>
              <a:gd name="connsiteY46" fmla="*/ 742349 h 848138"/>
              <a:gd name="connsiteX47" fmla="*/ 401584 w 1876550"/>
              <a:gd name="connsiteY47" fmla="*/ 463781 h 848138"/>
              <a:gd name="connsiteX48" fmla="*/ 464713 w 1876550"/>
              <a:gd name="connsiteY48" fmla="*/ 463781 h 848138"/>
              <a:gd name="connsiteX49" fmla="*/ 476655 w 1876550"/>
              <a:gd name="connsiteY49" fmla="*/ 503633 h 848138"/>
              <a:gd name="connsiteX50" fmla="*/ 576019 w 1876550"/>
              <a:gd name="connsiteY50" fmla="*/ 463506 h 848138"/>
              <a:gd name="connsiteX51" fmla="*/ 738002 w 1876550"/>
              <a:gd name="connsiteY51" fmla="*/ 458164 h 848138"/>
              <a:gd name="connsiteX52" fmla="*/ 814884 w 1876550"/>
              <a:gd name="connsiteY52" fmla="*/ 476265 h 848138"/>
              <a:gd name="connsiteX53" fmla="*/ 868368 w 1876550"/>
              <a:gd name="connsiteY53" fmla="*/ 526978 h 848138"/>
              <a:gd name="connsiteX54" fmla="*/ 887883 w 1876550"/>
              <a:gd name="connsiteY54" fmla="*/ 603017 h 848138"/>
              <a:gd name="connsiteX55" fmla="*/ 868368 w 1876550"/>
              <a:gd name="connsiteY55" fmla="*/ 679062 h 848138"/>
              <a:gd name="connsiteX56" fmla="*/ 814884 w 1876550"/>
              <a:gd name="connsiteY56" fmla="*/ 729768 h 848138"/>
              <a:gd name="connsiteX57" fmla="*/ 738002 w 1876550"/>
              <a:gd name="connsiteY57" fmla="*/ 747869 h 848138"/>
              <a:gd name="connsiteX58" fmla="*/ 661396 w 1876550"/>
              <a:gd name="connsiteY58" fmla="*/ 729768 h 848138"/>
              <a:gd name="connsiteX59" fmla="*/ 608188 w 1876550"/>
              <a:gd name="connsiteY59" fmla="*/ 679062 h 848138"/>
              <a:gd name="connsiteX60" fmla="*/ 588689 w 1876550"/>
              <a:gd name="connsiteY60" fmla="*/ 603017 h 848138"/>
              <a:gd name="connsiteX61" fmla="*/ 608188 w 1876550"/>
              <a:gd name="connsiteY61" fmla="*/ 526978 h 848138"/>
              <a:gd name="connsiteX62" fmla="*/ 661396 w 1876550"/>
              <a:gd name="connsiteY62" fmla="*/ 476265 h 848138"/>
              <a:gd name="connsiteX63" fmla="*/ 738002 w 1876550"/>
              <a:gd name="connsiteY63" fmla="*/ 458164 h 848138"/>
              <a:gd name="connsiteX64" fmla="*/ 1381788 w 1876550"/>
              <a:gd name="connsiteY64" fmla="*/ 458159 h 848138"/>
              <a:gd name="connsiteX65" fmla="*/ 1450311 w 1876550"/>
              <a:gd name="connsiteY65" fmla="*/ 476261 h 848138"/>
              <a:gd name="connsiteX66" fmla="*/ 1500740 w 1876550"/>
              <a:gd name="connsiteY66" fmla="*/ 526975 h 848138"/>
              <a:gd name="connsiteX67" fmla="*/ 1519963 w 1876550"/>
              <a:gd name="connsiteY67" fmla="*/ 603013 h 848138"/>
              <a:gd name="connsiteX68" fmla="*/ 1500740 w 1876550"/>
              <a:gd name="connsiteY68" fmla="*/ 679059 h 848138"/>
              <a:gd name="connsiteX69" fmla="*/ 1450311 w 1876550"/>
              <a:gd name="connsiteY69" fmla="*/ 729763 h 848138"/>
              <a:gd name="connsiteX70" fmla="*/ 1381788 w 1876550"/>
              <a:gd name="connsiteY70" fmla="*/ 747865 h 848138"/>
              <a:gd name="connsiteX71" fmla="*/ 1319392 w 1876550"/>
              <a:gd name="connsiteY71" fmla="*/ 730316 h 848138"/>
              <a:gd name="connsiteX72" fmla="*/ 1304906 w 1876550"/>
              <a:gd name="connsiteY72" fmla="*/ 719120 h 848138"/>
              <a:gd name="connsiteX73" fmla="*/ 1304906 w 1876550"/>
              <a:gd name="connsiteY73" fmla="*/ 848138 h 848138"/>
              <a:gd name="connsiteX74" fmla="*/ 1228576 w 1876550"/>
              <a:gd name="connsiteY74" fmla="*/ 848138 h 848138"/>
              <a:gd name="connsiteX75" fmla="*/ 1228576 w 1876550"/>
              <a:gd name="connsiteY75" fmla="*/ 463733 h 848138"/>
              <a:gd name="connsiteX76" fmla="*/ 1282628 w 1876550"/>
              <a:gd name="connsiteY76" fmla="*/ 463733 h 848138"/>
              <a:gd name="connsiteX77" fmla="*/ 1296805 w 1876550"/>
              <a:gd name="connsiteY77" fmla="*/ 492104 h 848138"/>
              <a:gd name="connsiteX78" fmla="*/ 1316605 w 1876550"/>
              <a:gd name="connsiteY78" fmla="*/ 476261 h 848138"/>
              <a:gd name="connsiteX79" fmla="*/ 1381788 w 1876550"/>
              <a:gd name="connsiteY79" fmla="*/ 458159 h 848138"/>
              <a:gd name="connsiteX80" fmla="*/ 186101 w 1876550"/>
              <a:gd name="connsiteY80" fmla="*/ 380162 h 848138"/>
              <a:gd name="connsiteX81" fmla="*/ 273277 w 1876550"/>
              <a:gd name="connsiteY81" fmla="*/ 397978 h 848138"/>
              <a:gd name="connsiteX82" fmla="*/ 332895 w 1876550"/>
              <a:gd name="connsiteY82" fmla="*/ 444775 h 848138"/>
              <a:gd name="connsiteX83" fmla="*/ 361022 w 1876550"/>
              <a:gd name="connsiteY83" fmla="*/ 507172 h 848138"/>
              <a:gd name="connsiteX84" fmla="*/ 279696 w 1876550"/>
              <a:gd name="connsiteY84" fmla="*/ 507172 h 848138"/>
              <a:gd name="connsiteX85" fmla="*/ 263821 w 1876550"/>
              <a:gd name="connsiteY85" fmla="*/ 480995 h 848138"/>
              <a:gd name="connsiteX86" fmla="*/ 232606 w 1876550"/>
              <a:gd name="connsiteY86" fmla="*/ 459822 h 848138"/>
              <a:gd name="connsiteX87" fmla="*/ 186653 w 1876550"/>
              <a:gd name="connsiteY87" fmla="*/ 451462 h 848138"/>
              <a:gd name="connsiteX88" fmla="*/ 131220 w 1876550"/>
              <a:gd name="connsiteY88" fmla="*/ 465396 h 848138"/>
              <a:gd name="connsiteX89" fmla="*/ 93327 w 1876550"/>
              <a:gd name="connsiteY89" fmla="*/ 504401 h 848138"/>
              <a:gd name="connsiteX90" fmla="*/ 79686 w 1876550"/>
              <a:gd name="connsiteY90" fmla="*/ 564003 h 848138"/>
              <a:gd name="connsiteX91" fmla="*/ 93603 w 1876550"/>
              <a:gd name="connsiteY91" fmla="*/ 624174 h 848138"/>
              <a:gd name="connsiteX92" fmla="*/ 132324 w 1876550"/>
              <a:gd name="connsiteY92" fmla="*/ 663725 h 848138"/>
              <a:gd name="connsiteX93" fmla="*/ 188871 w 1876550"/>
              <a:gd name="connsiteY93" fmla="*/ 677658 h 848138"/>
              <a:gd name="connsiteX94" fmla="*/ 240413 w 1876550"/>
              <a:gd name="connsiteY94" fmla="*/ 668478 h 848138"/>
              <a:gd name="connsiteX95" fmla="*/ 274943 w 1876550"/>
              <a:gd name="connsiteY95" fmla="*/ 640886 h 848138"/>
              <a:gd name="connsiteX96" fmla="*/ 287276 w 1876550"/>
              <a:gd name="connsiteY96" fmla="*/ 608575 h 848138"/>
              <a:gd name="connsiteX97" fmla="*/ 167146 w 1876550"/>
              <a:gd name="connsiteY97" fmla="*/ 608575 h 848138"/>
              <a:gd name="connsiteX98" fmla="*/ 167146 w 1876550"/>
              <a:gd name="connsiteY98" fmla="*/ 542832 h 848138"/>
              <a:gd name="connsiteX99" fmla="*/ 367717 w 1876550"/>
              <a:gd name="connsiteY99" fmla="*/ 542832 h 848138"/>
              <a:gd name="connsiteX100" fmla="*/ 369106 w 1876550"/>
              <a:gd name="connsiteY100" fmla="*/ 558154 h 848138"/>
              <a:gd name="connsiteX101" fmla="*/ 369366 w 1876550"/>
              <a:gd name="connsiteY101" fmla="*/ 574030 h 848138"/>
              <a:gd name="connsiteX102" fmla="*/ 345422 w 1876550"/>
              <a:gd name="connsiteY102" fmla="*/ 667071 h 848138"/>
              <a:gd name="connsiteX103" fmla="*/ 280533 w 1876550"/>
              <a:gd name="connsiteY103" fmla="*/ 726967 h 848138"/>
              <a:gd name="connsiteX104" fmla="*/ 187766 w 1876550"/>
              <a:gd name="connsiteY104" fmla="*/ 747863 h 848138"/>
              <a:gd name="connsiteX105" fmla="*/ 113395 w 1876550"/>
              <a:gd name="connsiteY105" fmla="*/ 734205 h 848138"/>
              <a:gd name="connsiteX106" fmla="*/ 53760 w 1876550"/>
              <a:gd name="connsiteY106" fmla="*/ 695491 h 848138"/>
              <a:gd name="connsiteX107" fmla="*/ 14218 w 1876550"/>
              <a:gd name="connsiteY107" fmla="*/ 636995 h 848138"/>
              <a:gd name="connsiteX108" fmla="*/ 0 w 1876550"/>
              <a:gd name="connsiteY108" fmla="*/ 564003 h 848138"/>
              <a:gd name="connsiteX109" fmla="*/ 13934 w 1876550"/>
              <a:gd name="connsiteY109" fmla="*/ 491020 h 848138"/>
              <a:gd name="connsiteX110" fmla="*/ 52948 w 1876550"/>
              <a:gd name="connsiteY110" fmla="*/ 432809 h 848138"/>
              <a:gd name="connsiteX111" fmla="*/ 111988 w 1876550"/>
              <a:gd name="connsiteY111" fmla="*/ 394079 h 848138"/>
              <a:gd name="connsiteX112" fmla="*/ 186101 w 1876550"/>
              <a:gd name="connsiteY112" fmla="*/ 380162 h 848138"/>
              <a:gd name="connsiteX113" fmla="*/ 1100933 w 1876550"/>
              <a:gd name="connsiteY113" fmla="*/ 140027 h 848138"/>
              <a:gd name="connsiteX114" fmla="*/ 1064161 w 1876550"/>
              <a:gd name="connsiteY114" fmla="*/ 149501 h 848138"/>
              <a:gd name="connsiteX115" fmla="*/ 1038537 w 1876550"/>
              <a:gd name="connsiteY115" fmla="*/ 176238 h 848138"/>
              <a:gd name="connsiteX116" fmla="*/ 1029064 w 1876550"/>
              <a:gd name="connsiteY116" fmla="*/ 217470 h 848138"/>
              <a:gd name="connsiteX117" fmla="*/ 1038537 w 1876550"/>
              <a:gd name="connsiteY117" fmla="*/ 258134 h 848138"/>
              <a:gd name="connsiteX118" fmla="*/ 1064161 w 1876550"/>
              <a:gd name="connsiteY118" fmla="*/ 284880 h 848138"/>
              <a:gd name="connsiteX119" fmla="*/ 1100933 w 1876550"/>
              <a:gd name="connsiteY119" fmla="*/ 294353 h 848138"/>
              <a:gd name="connsiteX120" fmla="*/ 1137705 w 1876550"/>
              <a:gd name="connsiteY120" fmla="*/ 284880 h 848138"/>
              <a:gd name="connsiteX121" fmla="*/ 1163330 w 1876550"/>
              <a:gd name="connsiteY121" fmla="*/ 258134 h 848138"/>
              <a:gd name="connsiteX122" fmla="*/ 1172803 w 1876550"/>
              <a:gd name="connsiteY122" fmla="*/ 217470 h 848138"/>
              <a:gd name="connsiteX123" fmla="*/ 1163330 w 1876550"/>
              <a:gd name="connsiteY123" fmla="*/ 176238 h 848138"/>
              <a:gd name="connsiteX124" fmla="*/ 1137705 w 1876550"/>
              <a:gd name="connsiteY124" fmla="*/ 149501 h 848138"/>
              <a:gd name="connsiteX125" fmla="*/ 1100933 w 1876550"/>
              <a:gd name="connsiteY125" fmla="*/ 140027 h 848138"/>
              <a:gd name="connsiteX126" fmla="*/ 473731 w 1876550"/>
              <a:gd name="connsiteY126" fmla="*/ 135036 h 848138"/>
              <a:gd name="connsiteX127" fmla="*/ 440022 w 1876550"/>
              <a:gd name="connsiteY127" fmla="*/ 142552 h 848138"/>
              <a:gd name="connsiteX128" fmla="*/ 415495 w 1876550"/>
              <a:gd name="connsiteY128" fmla="*/ 167900 h 848138"/>
              <a:gd name="connsiteX129" fmla="*/ 408963 w 1876550"/>
              <a:gd name="connsiteY129" fmla="*/ 187408 h 848138"/>
              <a:gd name="connsiteX130" fmla="*/ 539621 w 1876550"/>
              <a:gd name="connsiteY130" fmla="*/ 187408 h 848138"/>
              <a:gd name="connsiteX131" fmla="*/ 531099 w 1876550"/>
              <a:gd name="connsiteY131" fmla="*/ 163440 h 848138"/>
              <a:gd name="connsiteX132" fmla="*/ 506578 w 1876550"/>
              <a:gd name="connsiteY132" fmla="*/ 142000 h 848138"/>
              <a:gd name="connsiteX133" fmla="*/ 473731 w 1876550"/>
              <a:gd name="connsiteY133" fmla="*/ 135036 h 848138"/>
              <a:gd name="connsiteX134" fmla="*/ 1288935 w 1876550"/>
              <a:gd name="connsiteY134" fmla="*/ 78176 h 848138"/>
              <a:gd name="connsiteX135" fmla="*/ 1365281 w 1876550"/>
              <a:gd name="connsiteY135" fmla="*/ 78176 h 848138"/>
              <a:gd name="connsiteX136" fmla="*/ 1365281 w 1876550"/>
              <a:gd name="connsiteY136" fmla="*/ 235850 h 848138"/>
              <a:gd name="connsiteX137" fmla="*/ 1380312 w 1876550"/>
              <a:gd name="connsiteY137" fmla="*/ 279576 h 848138"/>
              <a:gd name="connsiteX138" fmla="*/ 1420431 w 1876550"/>
              <a:gd name="connsiteY138" fmla="*/ 294363 h 848138"/>
              <a:gd name="connsiteX139" fmla="*/ 1460827 w 1876550"/>
              <a:gd name="connsiteY139" fmla="*/ 279576 h 848138"/>
              <a:gd name="connsiteX140" fmla="*/ 1475589 w 1876550"/>
              <a:gd name="connsiteY140" fmla="*/ 235850 h 848138"/>
              <a:gd name="connsiteX141" fmla="*/ 1475589 w 1876550"/>
              <a:gd name="connsiteY141" fmla="*/ 78176 h 848138"/>
              <a:gd name="connsiteX142" fmla="*/ 1551902 w 1876550"/>
              <a:gd name="connsiteY142" fmla="*/ 78176 h 848138"/>
              <a:gd name="connsiteX143" fmla="*/ 1551902 w 1876550"/>
              <a:gd name="connsiteY143" fmla="*/ 244210 h 848138"/>
              <a:gd name="connsiteX144" fmla="*/ 1535190 w 1876550"/>
              <a:gd name="connsiteY144" fmla="*/ 306607 h 848138"/>
              <a:gd name="connsiteX145" fmla="*/ 1488953 w 1876550"/>
              <a:gd name="connsiteY145" fmla="*/ 347839 h 848138"/>
              <a:gd name="connsiteX146" fmla="*/ 1420431 w 1876550"/>
              <a:gd name="connsiteY146" fmla="*/ 362325 h 848138"/>
              <a:gd name="connsiteX147" fmla="*/ 1325163 w 1876550"/>
              <a:gd name="connsiteY147" fmla="*/ 330834 h 848138"/>
              <a:gd name="connsiteX148" fmla="*/ 1288935 w 1876550"/>
              <a:gd name="connsiteY148" fmla="*/ 244210 h 848138"/>
              <a:gd name="connsiteX149" fmla="*/ 475942 w 1876550"/>
              <a:gd name="connsiteY149" fmla="*/ 72641 h 848138"/>
              <a:gd name="connsiteX150" fmla="*/ 547811 w 1876550"/>
              <a:gd name="connsiteY150" fmla="*/ 90189 h 848138"/>
              <a:gd name="connsiteX151" fmla="*/ 596842 w 1876550"/>
              <a:gd name="connsiteY151" fmla="*/ 139773 h 848138"/>
              <a:gd name="connsiteX152" fmla="*/ 614668 w 1876550"/>
              <a:gd name="connsiteY152" fmla="*/ 216380 h 848138"/>
              <a:gd name="connsiteX153" fmla="*/ 613555 w 1876550"/>
              <a:gd name="connsiteY153" fmla="*/ 238666 h 848138"/>
              <a:gd name="connsiteX154" fmla="*/ 407865 w 1876550"/>
              <a:gd name="connsiteY154" fmla="*/ 238666 h 848138"/>
              <a:gd name="connsiteX155" fmla="*/ 415780 w 1876550"/>
              <a:gd name="connsiteY155" fmla="*/ 263738 h 848138"/>
              <a:gd name="connsiteX156" fmla="*/ 441965 w 1876550"/>
              <a:gd name="connsiteY156" fmla="*/ 289923 h 848138"/>
              <a:gd name="connsiteX157" fmla="*/ 479288 w 1876550"/>
              <a:gd name="connsiteY157" fmla="*/ 298268 h 848138"/>
              <a:gd name="connsiteX158" fmla="*/ 507432 w 1876550"/>
              <a:gd name="connsiteY158" fmla="*/ 293824 h 848138"/>
              <a:gd name="connsiteX159" fmla="*/ 526378 w 1876550"/>
              <a:gd name="connsiteY159" fmla="*/ 281279 h 848138"/>
              <a:gd name="connsiteX160" fmla="*/ 536681 w 1876550"/>
              <a:gd name="connsiteY160" fmla="*/ 263161 h 848138"/>
              <a:gd name="connsiteX161" fmla="*/ 612442 w 1876550"/>
              <a:gd name="connsiteY161" fmla="*/ 263161 h 848138"/>
              <a:gd name="connsiteX162" fmla="*/ 589588 w 1876550"/>
              <a:gd name="connsiteY162" fmla="*/ 314995 h 848138"/>
              <a:gd name="connsiteX163" fmla="*/ 543090 w 1876550"/>
              <a:gd name="connsiteY163" fmla="*/ 349817 h 848138"/>
              <a:gd name="connsiteX164" fmla="*/ 479288 w 1876550"/>
              <a:gd name="connsiteY164" fmla="*/ 362345 h 848138"/>
              <a:gd name="connsiteX165" fmla="*/ 403795 w 1876550"/>
              <a:gd name="connsiteY165" fmla="*/ 344228 h 848138"/>
              <a:gd name="connsiteX166" fmla="*/ 351701 w 1876550"/>
              <a:gd name="connsiteY166" fmla="*/ 293547 h 848138"/>
              <a:gd name="connsiteX167" fmla="*/ 332770 w 1876550"/>
              <a:gd name="connsiteY167" fmla="*/ 217493 h 848138"/>
              <a:gd name="connsiteX168" fmla="*/ 351148 w 1876550"/>
              <a:gd name="connsiteY168" fmla="*/ 141438 h 848138"/>
              <a:gd name="connsiteX169" fmla="*/ 401846 w 1876550"/>
              <a:gd name="connsiteY169" fmla="*/ 90741 h 848138"/>
              <a:gd name="connsiteX170" fmla="*/ 475942 w 1876550"/>
              <a:gd name="connsiteY170" fmla="*/ 72641 h 848138"/>
              <a:gd name="connsiteX171" fmla="*/ 1089803 w 1876550"/>
              <a:gd name="connsiteY171" fmla="*/ 72618 h 848138"/>
              <a:gd name="connsiteX172" fmla="*/ 1155262 w 1876550"/>
              <a:gd name="connsiteY172" fmla="*/ 90720 h 848138"/>
              <a:gd name="connsiteX173" fmla="*/ 1175176 w 1876550"/>
              <a:gd name="connsiteY173" fmla="*/ 106855 h 848138"/>
              <a:gd name="connsiteX174" fmla="*/ 1189515 w 1876550"/>
              <a:gd name="connsiteY174" fmla="*/ 78182 h 848138"/>
              <a:gd name="connsiteX175" fmla="*/ 1243560 w 1876550"/>
              <a:gd name="connsiteY175" fmla="*/ 78182 h 848138"/>
              <a:gd name="connsiteX176" fmla="*/ 1243560 w 1876550"/>
              <a:gd name="connsiteY176" fmla="*/ 356750 h 848138"/>
              <a:gd name="connsiteX177" fmla="*/ 1189515 w 1876550"/>
              <a:gd name="connsiteY177" fmla="*/ 356750 h 848138"/>
              <a:gd name="connsiteX178" fmla="*/ 1175176 w 1876550"/>
              <a:gd name="connsiteY178" fmla="*/ 328062 h 848138"/>
              <a:gd name="connsiteX179" fmla="*/ 1155262 w 1876550"/>
              <a:gd name="connsiteY179" fmla="*/ 344205 h 848138"/>
              <a:gd name="connsiteX180" fmla="*/ 1089803 w 1876550"/>
              <a:gd name="connsiteY180" fmla="*/ 362315 h 848138"/>
              <a:gd name="connsiteX181" fmla="*/ 1021824 w 1876550"/>
              <a:gd name="connsiteY181" fmla="*/ 344205 h 848138"/>
              <a:gd name="connsiteX182" fmla="*/ 971420 w 1876550"/>
              <a:gd name="connsiteY182" fmla="*/ 293516 h 848138"/>
              <a:gd name="connsiteX183" fmla="*/ 952197 w 1876550"/>
              <a:gd name="connsiteY183" fmla="*/ 217470 h 848138"/>
              <a:gd name="connsiteX184" fmla="*/ 971420 w 1876550"/>
              <a:gd name="connsiteY184" fmla="*/ 141417 h 848138"/>
              <a:gd name="connsiteX185" fmla="*/ 1021824 w 1876550"/>
              <a:gd name="connsiteY185" fmla="*/ 90720 h 848138"/>
              <a:gd name="connsiteX186" fmla="*/ 1089803 w 1876550"/>
              <a:gd name="connsiteY186" fmla="*/ 72618 h 848138"/>
              <a:gd name="connsiteX187" fmla="*/ 802554 w 1876550"/>
              <a:gd name="connsiteY187" fmla="*/ 72613 h 848138"/>
              <a:gd name="connsiteX188" fmla="*/ 863008 w 1876550"/>
              <a:gd name="connsiteY188" fmla="*/ 86546 h 848138"/>
              <a:gd name="connsiteX189" fmla="*/ 905069 w 1876550"/>
              <a:gd name="connsiteY189" fmla="*/ 126657 h 848138"/>
              <a:gd name="connsiteX190" fmla="*/ 920667 w 1876550"/>
              <a:gd name="connsiteY190" fmla="*/ 189062 h 848138"/>
              <a:gd name="connsiteX191" fmla="*/ 920667 w 1876550"/>
              <a:gd name="connsiteY191" fmla="*/ 356745 h 848138"/>
              <a:gd name="connsiteX192" fmla="*/ 844338 w 1876550"/>
              <a:gd name="connsiteY192" fmla="*/ 356745 h 848138"/>
              <a:gd name="connsiteX193" fmla="*/ 844338 w 1876550"/>
              <a:gd name="connsiteY193" fmla="*/ 200753 h 848138"/>
              <a:gd name="connsiteX194" fmla="*/ 837099 w 1876550"/>
              <a:gd name="connsiteY194" fmla="*/ 168166 h 848138"/>
              <a:gd name="connsiteX195" fmla="*/ 816771 w 1876550"/>
              <a:gd name="connsiteY195" fmla="*/ 147270 h 848138"/>
              <a:gd name="connsiteX196" fmla="*/ 786393 w 1876550"/>
              <a:gd name="connsiteY196" fmla="*/ 140023 h 848138"/>
              <a:gd name="connsiteX197" fmla="*/ 743764 w 1876550"/>
              <a:gd name="connsiteY197" fmla="*/ 155898 h 848138"/>
              <a:gd name="connsiteX198" fmla="*/ 727904 w 1876550"/>
              <a:gd name="connsiteY198" fmla="*/ 200753 h 848138"/>
              <a:gd name="connsiteX199" fmla="*/ 727904 w 1876550"/>
              <a:gd name="connsiteY199" fmla="*/ 356745 h 848138"/>
              <a:gd name="connsiteX200" fmla="*/ 651575 w 1876550"/>
              <a:gd name="connsiteY200" fmla="*/ 356745 h 848138"/>
              <a:gd name="connsiteX201" fmla="*/ 651575 w 1876550"/>
              <a:gd name="connsiteY201" fmla="*/ 78186 h 848138"/>
              <a:gd name="connsiteX202" fmla="*/ 705627 w 1876550"/>
              <a:gd name="connsiteY202" fmla="*/ 78186 h 848138"/>
              <a:gd name="connsiteX203" fmla="*/ 719935 w 1876550"/>
              <a:gd name="connsiteY203" fmla="*/ 106817 h 848138"/>
              <a:gd name="connsiteX204" fmla="*/ 747404 w 1876550"/>
              <a:gd name="connsiteY204" fmla="*/ 85433 h 848138"/>
              <a:gd name="connsiteX205" fmla="*/ 802554 w 1876550"/>
              <a:gd name="connsiteY205" fmla="*/ 72613 h 848138"/>
              <a:gd name="connsiteX206" fmla="*/ 99221 w 1876550"/>
              <a:gd name="connsiteY206" fmla="*/ 69274 h 848138"/>
              <a:gd name="connsiteX207" fmla="*/ 99221 w 1876550"/>
              <a:gd name="connsiteY207" fmla="*/ 173455 h 848138"/>
              <a:gd name="connsiteX208" fmla="*/ 174975 w 1876550"/>
              <a:gd name="connsiteY208" fmla="*/ 173455 h 848138"/>
              <a:gd name="connsiteX209" fmla="*/ 216476 w 1876550"/>
              <a:gd name="connsiteY209" fmla="*/ 159538 h 848138"/>
              <a:gd name="connsiteX210" fmla="*/ 231245 w 1876550"/>
              <a:gd name="connsiteY210" fmla="*/ 121645 h 848138"/>
              <a:gd name="connsiteX211" fmla="*/ 216476 w 1876550"/>
              <a:gd name="connsiteY211" fmla="*/ 82932 h 848138"/>
              <a:gd name="connsiteX212" fmla="*/ 174975 w 1876550"/>
              <a:gd name="connsiteY212" fmla="*/ 69274 h 848138"/>
              <a:gd name="connsiteX213" fmla="*/ 21202 w 1876550"/>
              <a:gd name="connsiteY213" fmla="*/ 183 h 848138"/>
              <a:gd name="connsiteX214" fmla="*/ 172741 w 1876550"/>
              <a:gd name="connsiteY214" fmla="*/ 183 h 848138"/>
              <a:gd name="connsiteX215" fmla="*/ 273867 w 1876550"/>
              <a:gd name="connsiteY215" fmla="*/ 31949 h 848138"/>
              <a:gd name="connsiteX216" fmla="*/ 310354 w 1876550"/>
              <a:gd name="connsiteY216" fmla="*/ 120532 h 848138"/>
              <a:gd name="connsiteX217" fmla="*/ 273867 w 1876550"/>
              <a:gd name="connsiteY217" fmla="*/ 208277 h 848138"/>
              <a:gd name="connsiteX218" fmla="*/ 245878 w 1876550"/>
              <a:gd name="connsiteY218" fmla="*/ 226289 h 848138"/>
              <a:gd name="connsiteX219" fmla="*/ 321509 w 1876550"/>
              <a:gd name="connsiteY219" fmla="*/ 356753 h 848138"/>
              <a:gd name="connsiteX220" fmla="*/ 231815 w 1876550"/>
              <a:gd name="connsiteY220" fmla="*/ 356753 h 848138"/>
              <a:gd name="connsiteX221" fmla="*/ 170206 w 1876550"/>
              <a:gd name="connsiteY221" fmla="*/ 240312 h 848138"/>
              <a:gd name="connsiteX222" fmla="*/ 99221 w 1876550"/>
              <a:gd name="connsiteY222" fmla="*/ 240312 h 848138"/>
              <a:gd name="connsiteX223" fmla="*/ 99221 w 1876550"/>
              <a:gd name="connsiteY223" fmla="*/ 356753 h 848138"/>
              <a:gd name="connsiteX224" fmla="*/ 21202 w 1876550"/>
              <a:gd name="connsiteY224" fmla="*/ 356753 h 848138"/>
              <a:gd name="connsiteX225" fmla="*/ 1714417 w 1876550"/>
              <a:gd name="connsiteY225" fmla="*/ 148 h 848138"/>
              <a:gd name="connsiteX226" fmla="*/ 1790771 w 1876550"/>
              <a:gd name="connsiteY226" fmla="*/ 148 h 848138"/>
              <a:gd name="connsiteX227" fmla="*/ 1790771 w 1876550"/>
              <a:gd name="connsiteY227" fmla="*/ 78161 h 848138"/>
              <a:gd name="connsiteX228" fmla="*/ 1876323 w 1876550"/>
              <a:gd name="connsiteY228" fmla="*/ 78161 h 848138"/>
              <a:gd name="connsiteX229" fmla="*/ 1876323 w 1876550"/>
              <a:gd name="connsiteY229" fmla="*/ 141671 h 848138"/>
              <a:gd name="connsiteX230" fmla="*/ 1790771 w 1876550"/>
              <a:gd name="connsiteY230" fmla="*/ 141671 h 848138"/>
              <a:gd name="connsiteX231" fmla="*/ 1790771 w 1876550"/>
              <a:gd name="connsiteY231" fmla="*/ 246972 h 848138"/>
              <a:gd name="connsiteX232" fmla="*/ 1800229 w 1876550"/>
              <a:gd name="connsiteY232" fmla="*/ 277050 h 848138"/>
              <a:gd name="connsiteX233" fmla="*/ 1830314 w 1876550"/>
              <a:gd name="connsiteY233" fmla="*/ 286523 h 848138"/>
              <a:gd name="connsiteX234" fmla="*/ 1876550 w 1876550"/>
              <a:gd name="connsiteY234" fmla="*/ 286523 h 848138"/>
              <a:gd name="connsiteX235" fmla="*/ 1876550 w 1876550"/>
              <a:gd name="connsiteY235" fmla="*/ 356727 h 848138"/>
              <a:gd name="connsiteX236" fmla="*/ 1828079 w 1876550"/>
              <a:gd name="connsiteY236" fmla="*/ 356727 h 848138"/>
              <a:gd name="connsiteX237" fmla="*/ 1762904 w 1876550"/>
              <a:gd name="connsiteY237" fmla="*/ 345864 h 848138"/>
              <a:gd name="connsiteX238" fmla="*/ 1726124 w 1876550"/>
              <a:gd name="connsiteY238" fmla="*/ 311872 h 848138"/>
              <a:gd name="connsiteX239" fmla="*/ 1714417 w 1876550"/>
              <a:gd name="connsiteY239" fmla="*/ 253082 h 848138"/>
              <a:gd name="connsiteX240" fmla="*/ 1595217 w 1876550"/>
              <a:gd name="connsiteY240" fmla="*/ 0 h 848138"/>
              <a:gd name="connsiteX241" fmla="*/ 1671555 w 1876550"/>
              <a:gd name="connsiteY241" fmla="*/ 0 h 848138"/>
              <a:gd name="connsiteX242" fmla="*/ 1671555 w 1876550"/>
              <a:gd name="connsiteY242" fmla="*/ 356555 h 848138"/>
              <a:gd name="connsiteX243" fmla="*/ 1595217 w 1876550"/>
              <a:gd name="connsiteY243" fmla="*/ 356555 h 84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Lst>
            <a:rect l="l" t="t" r="r" b="b"/>
            <a:pathLst>
              <a:path w="1876550" h="848138">
                <a:moveTo>
                  <a:pt x="738002" y="525573"/>
                </a:moveTo>
                <a:cubicBezTo>
                  <a:pt x="724247" y="525573"/>
                  <a:pt x="711898" y="528742"/>
                  <a:pt x="700955" y="535046"/>
                </a:cubicBezTo>
                <a:cubicBezTo>
                  <a:pt x="689978" y="541375"/>
                  <a:pt x="681358" y="550273"/>
                  <a:pt x="675053" y="561785"/>
                </a:cubicBezTo>
                <a:cubicBezTo>
                  <a:pt x="668733" y="573297"/>
                  <a:pt x="665580" y="587043"/>
                  <a:pt x="665580" y="603017"/>
                </a:cubicBezTo>
                <a:cubicBezTo>
                  <a:pt x="665580" y="618616"/>
                  <a:pt x="668733" y="632175"/>
                  <a:pt x="675053" y="643688"/>
                </a:cubicBezTo>
                <a:cubicBezTo>
                  <a:pt x="681358" y="655209"/>
                  <a:pt x="689978" y="664113"/>
                  <a:pt x="700955" y="670426"/>
                </a:cubicBezTo>
                <a:cubicBezTo>
                  <a:pt x="711898" y="676747"/>
                  <a:pt x="724247" y="679900"/>
                  <a:pt x="738002" y="679900"/>
                </a:cubicBezTo>
                <a:cubicBezTo>
                  <a:pt x="752115" y="679900"/>
                  <a:pt x="764651" y="676747"/>
                  <a:pt x="775603" y="670426"/>
                </a:cubicBezTo>
                <a:cubicBezTo>
                  <a:pt x="786555" y="664113"/>
                  <a:pt x="795199" y="655209"/>
                  <a:pt x="801512" y="643688"/>
                </a:cubicBezTo>
                <a:cubicBezTo>
                  <a:pt x="807816" y="632175"/>
                  <a:pt x="810977" y="618616"/>
                  <a:pt x="810977" y="603017"/>
                </a:cubicBezTo>
                <a:cubicBezTo>
                  <a:pt x="810977" y="587043"/>
                  <a:pt x="807816" y="573297"/>
                  <a:pt x="801512" y="561785"/>
                </a:cubicBezTo>
                <a:cubicBezTo>
                  <a:pt x="795199" y="550273"/>
                  <a:pt x="786555" y="541375"/>
                  <a:pt x="775603" y="535046"/>
                </a:cubicBezTo>
                <a:cubicBezTo>
                  <a:pt x="764651" y="528742"/>
                  <a:pt x="752115" y="525573"/>
                  <a:pt x="738002" y="525573"/>
                </a:cubicBezTo>
                <a:close/>
                <a:moveTo>
                  <a:pt x="1371202" y="525569"/>
                </a:moveTo>
                <a:cubicBezTo>
                  <a:pt x="1357447" y="525569"/>
                  <a:pt x="1345203" y="528737"/>
                  <a:pt x="1334422" y="535042"/>
                </a:cubicBezTo>
                <a:cubicBezTo>
                  <a:pt x="1323658" y="541371"/>
                  <a:pt x="1315103" y="550267"/>
                  <a:pt x="1308798" y="561780"/>
                </a:cubicBezTo>
                <a:cubicBezTo>
                  <a:pt x="1302485" y="573292"/>
                  <a:pt x="1299340" y="587040"/>
                  <a:pt x="1299340" y="603013"/>
                </a:cubicBezTo>
                <a:cubicBezTo>
                  <a:pt x="1299340" y="618612"/>
                  <a:pt x="1302485" y="632172"/>
                  <a:pt x="1308798" y="643684"/>
                </a:cubicBezTo>
                <a:cubicBezTo>
                  <a:pt x="1315103" y="655204"/>
                  <a:pt x="1323658" y="664109"/>
                  <a:pt x="1334422" y="670422"/>
                </a:cubicBezTo>
                <a:cubicBezTo>
                  <a:pt x="1345203" y="676743"/>
                  <a:pt x="1357447" y="679895"/>
                  <a:pt x="1371202" y="679895"/>
                </a:cubicBezTo>
                <a:cubicBezTo>
                  <a:pt x="1384940" y="679895"/>
                  <a:pt x="1397208" y="676743"/>
                  <a:pt x="1407974" y="670422"/>
                </a:cubicBezTo>
                <a:cubicBezTo>
                  <a:pt x="1418748" y="664109"/>
                  <a:pt x="1427277" y="655204"/>
                  <a:pt x="1433607" y="643684"/>
                </a:cubicBezTo>
                <a:cubicBezTo>
                  <a:pt x="1439912" y="632172"/>
                  <a:pt x="1443064" y="618612"/>
                  <a:pt x="1443064" y="603013"/>
                </a:cubicBezTo>
                <a:cubicBezTo>
                  <a:pt x="1443064" y="587040"/>
                  <a:pt x="1439912" y="573292"/>
                  <a:pt x="1433607" y="561780"/>
                </a:cubicBezTo>
                <a:cubicBezTo>
                  <a:pt x="1427277" y="550267"/>
                  <a:pt x="1418748" y="541371"/>
                  <a:pt x="1407974" y="535042"/>
                </a:cubicBezTo>
                <a:cubicBezTo>
                  <a:pt x="1397208" y="528737"/>
                  <a:pt x="1384940" y="525569"/>
                  <a:pt x="1371202" y="525569"/>
                </a:cubicBezTo>
                <a:close/>
                <a:moveTo>
                  <a:pt x="918163" y="463734"/>
                </a:moveTo>
                <a:lnTo>
                  <a:pt x="994517" y="463734"/>
                </a:lnTo>
                <a:lnTo>
                  <a:pt x="994517" y="621407"/>
                </a:lnTo>
                <a:cubicBezTo>
                  <a:pt x="994517" y="640727"/>
                  <a:pt x="999514" y="655302"/>
                  <a:pt x="1009540" y="665134"/>
                </a:cubicBezTo>
                <a:cubicBezTo>
                  <a:pt x="1019573" y="674997"/>
                  <a:pt x="1032946" y="679920"/>
                  <a:pt x="1049658" y="679920"/>
                </a:cubicBezTo>
                <a:cubicBezTo>
                  <a:pt x="1066744" y="679920"/>
                  <a:pt x="1080198" y="674997"/>
                  <a:pt x="1090054" y="665134"/>
                </a:cubicBezTo>
                <a:cubicBezTo>
                  <a:pt x="1099901" y="655302"/>
                  <a:pt x="1104825" y="640727"/>
                  <a:pt x="1104825" y="621407"/>
                </a:cubicBezTo>
                <a:lnTo>
                  <a:pt x="1104825" y="463734"/>
                </a:lnTo>
                <a:lnTo>
                  <a:pt x="1181139" y="463734"/>
                </a:lnTo>
                <a:lnTo>
                  <a:pt x="1181139" y="629767"/>
                </a:lnTo>
                <a:cubicBezTo>
                  <a:pt x="1181139" y="653547"/>
                  <a:pt x="1175565" y="674331"/>
                  <a:pt x="1164426" y="692164"/>
                </a:cubicBezTo>
                <a:cubicBezTo>
                  <a:pt x="1153287" y="709989"/>
                  <a:pt x="1137866" y="723736"/>
                  <a:pt x="1118189" y="733395"/>
                </a:cubicBezTo>
                <a:cubicBezTo>
                  <a:pt x="1098496" y="743039"/>
                  <a:pt x="1075640" y="747882"/>
                  <a:pt x="1049658" y="747882"/>
                </a:cubicBezTo>
                <a:cubicBezTo>
                  <a:pt x="1010279" y="747882"/>
                  <a:pt x="978512" y="737393"/>
                  <a:pt x="954382" y="716391"/>
                </a:cubicBezTo>
                <a:cubicBezTo>
                  <a:pt x="930252" y="695422"/>
                  <a:pt x="918163" y="666539"/>
                  <a:pt x="918163" y="629767"/>
                </a:cubicBezTo>
                <a:close/>
                <a:moveTo>
                  <a:pt x="576019" y="463506"/>
                </a:moveTo>
                <a:lnTo>
                  <a:pt x="576019" y="537098"/>
                </a:lnTo>
                <a:cubicBezTo>
                  <a:pt x="527052" y="537098"/>
                  <a:pt x="502516" y="558530"/>
                  <a:pt x="490240" y="578745"/>
                </a:cubicBezTo>
                <a:cubicBezTo>
                  <a:pt x="481823" y="592572"/>
                  <a:pt x="477907" y="608674"/>
                  <a:pt x="477907" y="624867"/>
                </a:cubicBezTo>
                <a:lnTo>
                  <a:pt x="477907" y="742349"/>
                </a:lnTo>
                <a:lnTo>
                  <a:pt x="401584" y="742349"/>
                </a:lnTo>
                <a:lnTo>
                  <a:pt x="401584" y="463781"/>
                </a:lnTo>
                <a:lnTo>
                  <a:pt x="464713" y="463781"/>
                </a:lnTo>
                <a:lnTo>
                  <a:pt x="476655" y="503633"/>
                </a:lnTo>
                <a:cubicBezTo>
                  <a:pt x="502589" y="481103"/>
                  <a:pt x="535705" y="463506"/>
                  <a:pt x="576019" y="463506"/>
                </a:cubicBezTo>
                <a:close/>
                <a:moveTo>
                  <a:pt x="738002" y="458164"/>
                </a:moveTo>
                <a:cubicBezTo>
                  <a:pt x="766592" y="458164"/>
                  <a:pt x="792217" y="464209"/>
                  <a:pt x="814884" y="476265"/>
                </a:cubicBezTo>
                <a:cubicBezTo>
                  <a:pt x="837536" y="488339"/>
                  <a:pt x="855352" y="505237"/>
                  <a:pt x="868368" y="526978"/>
                </a:cubicBezTo>
                <a:cubicBezTo>
                  <a:pt x="881368" y="548704"/>
                  <a:pt x="887883" y="574036"/>
                  <a:pt x="887883" y="603017"/>
                </a:cubicBezTo>
                <a:cubicBezTo>
                  <a:pt x="887883" y="631989"/>
                  <a:pt x="881368" y="657346"/>
                  <a:pt x="868368" y="679062"/>
                </a:cubicBezTo>
                <a:cubicBezTo>
                  <a:pt x="855352" y="700788"/>
                  <a:pt x="837536" y="717703"/>
                  <a:pt x="814884" y="729768"/>
                </a:cubicBezTo>
                <a:cubicBezTo>
                  <a:pt x="792217" y="741833"/>
                  <a:pt x="766592" y="747869"/>
                  <a:pt x="738002" y="747869"/>
                </a:cubicBezTo>
                <a:cubicBezTo>
                  <a:pt x="709387" y="747869"/>
                  <a:pt x="683861" y="741833"/>
                  <a:pt x="661396" y="729768"/>
                </a:cubicBezTo>
                <a:cubicBezTo>
                  <a:pt x="638923" y="717703"/>
                  <a:pt x="621187" y="700788"/>
                  <a:pt x="608188" y="679062"/>
                </a:cubicBezTo>
                <a:cubicBezTo>
                  <a:pt x="595181" y="657346"/>
                  <a:pt x="588689" y="631989"/>
                  <a:pt x="588689" y="603017"/>
                </a:cubicBezTo>
                <a:cubicBezTo>
                  <a:pt x="588689" y="574036"/>
                  <a:pt x="595181" y="548704"/>
                  <a:pt x="608188" y="526978"/>
                </a:cubicBezTo>
                <a:cubicBezTo>
                  <a:pt x="621187" y="505237"/>
                  <a:pt x="638923" y="488339"/>
                  <a:pt x="661396" y="476265"/>
                </a:cubicBezTo>
                <a:cubicBezTo>
                  <a:pt x="683861" y="464209"/>
                  <a:pt x="709387" y="458164"/>
                  <a:pt x="738002" y="458164"/>
                </a:cubicBezTo>
                <a:close/>
                <a:moveTo>
                  <a:pt x="1381788" y="458159"/>
                </a:moveTo>
                <a:cubicBezTo>
                  <a:pt x="1406666" y="458159"/>
                  <a:pt x="1429495" y="464204"/>
                  <a:pt x="1450311" y="476261"/>
                </a:cubicBezTo>
                <a:cubicBezTo>
                  <a:pt x="1471110" y="488334"/>
                  <a:pt x="1487936" y="505234"/>
                  <a:pt x="1500740" y="526975"/>
                </a:cubicBezTo>
                <a:cubicBezTo>
                  <a:pt x="1513561" y="548700"/>
                  <a:pt x="1519963" y="574033"/>
                  <a:pt x="1519963" y="603013"/>
                </a:cubicBezTo>
                <a:cubicBezTo>
                  <a:pt x="1519963" y="631984"/>
                  <a:pt x="1513561" y="657341"/>
                  <a:pt x="1500740" y="679059"/>
                </a:cubicBezTo>
                <a:cubicBezTo>
                  <a:pt x="1487936" y="700783"/>
                  <a:pt x="1471110" y="717699"/>
                  <a:pt x="1450311" y="729763"/>
                </a:cubicBezTo>
                <a:cubicBezTo>
                  <a:pt x="1429495" y="741828"/>
                  <a:pt x="1406666" y="747865"/>
                  <a:pt x="1381788" y="747865"/>
                </a:cubicBezTo>
                <a:cubicBezTo>
                  <a:pt x="1358381" y="747865"/>
                  <a:pt x="1337575" y="742016"/>
                  <a:pt x="1319392" y="730316"/>
                </a:cubicBezTo>
                <a:cubicBezTo>
                  <a:pt x="1314217" y="726984"/>
                  <a:pt x="1309382" y="723247"/>
                  <a:pt x="1304906" y="719120"/>
                </a:cubicBezTo>
                <a:lnTo>
                  <a:pt x="1304906" y="848138"/>
                </a:lnTo>
                <a:lnTo>
                  <a:pt x="1228576" y="848138"/>
                </a:lnTo>
                <a:lnTo>
                  <a:pt x="1228576" y="463733"/>
                </a:lnTo>
                <a:lnTo>
                  <a:pt x="1282628" y="463733"/>
                </a:lnTo>
                <a:lnTo>
                  <a:pt x="1296805" y="492104"/>
                </a:lnTo>
                <a:cubicBezTo>
                  <a:pt x="1302801" y="486132"/>
                  <a:pt x="1309415" y="480852"/>
                  <a:pt x="1316605" y="476261"/>
                </a:cubicBezTo>
                <a:cubicBezTo>
                  <a:pt x="1335552" y="464204"/>
                  <a:pt x="1357268" y="458159"/>
                  <a:pt x="1381788" y="458159"/>
                </a:cubicBezTo>
                <a:close/>
                <a:moveTo>
                  <a:pt x="186101" y="380162"/>
                </a:moveTo>
                <a:cubicBezTo>
                  <a:pt x="219517" y="380162"/>
                  <a:pt x="248570" y="386100"/>
                  <a:pt x="273277" y="397978"/>
                </a:cubicBezTo>
                <a:cubicBezTo>
                  <a:pt x="297960" y="409881"/>
                  <a:pt x="317849" y="425480"/>
                  <a:pt x="332895" y="444775"/>
                </a:cubicBezTo>
                <a:cubicBezTo>
                  <a:pt x="347933" y="464096"/>
                  <a:pt x="357309" y="484895"/>
                  <a:pt x="361022" y="507172"/>
                </a:cubicBezTo>
                <a:lnTo>
                  <a:pt x="279696" y="507172"/>
                </a:lnTo>
                <a:cubicBezTo>
                  <a:pt x="277088" y="498260"/>
                  <a:pt x="271790" y="489543"/>
                  <a:pt x="263821" y="480995"/>
                </a:cubicBezTo>
                <a:cubicBezTo>
                  <a:pt x="255809" y="472440"/>
                  <a:pt x="245410" y="465396"/>
                  <a:pt x="232606" y="459822"/>
                </a:cubicBezTo>
                <a:cubicBezTo>
                  <a:pt x="219802" y="454257"/>
                  <a:pt x="204471" y="451462"/>
                  <a:pt x="186653" y="451462"/>
                </a:cubicBezTo>
                <a:cubicBezTo>
                  <a:pt x="165839" y="451462"/>
                  <a:pt x="147372" y="456102"/>
                  <a:pt x="131220" y="465396"/>
                </a:cubicBezTo>
                <a:cubicBezTo>
                  <a:pt x="115044" y="474682"/>
                  <a:pt x="102426" y="487674"/>
                  <a:pt x="93327" y="504401"/>
                </a:cubicBezTo>
                <a:cubicBezTo>
                  <a:pt x="84219" y="521106"/>
                  <a:pt x="79686" y="540978"/>
                  <a:pt x="79686" y="564003"/>
                </a:cubicBezTo>
                <a:cubicBezTo>
                  <a:pt x="79686" y="587037"/>
                  <a:pt x="84309" y="607097"/>
                  <a:pt x="93603" y="624174"/>
                </a:cubicBezTo>
                <a:cubicBezTo>
                  <a:pt x="102889" y="641260"/>
                  <a:pt x="115799" y="654446"/>
                  <a:pt x="132324" y="663725"/>
                </a:cubicBezTo>
                <a:cubicBezTo>
                  <a:pt x="148842" y="673027"/>
                  <a:pt x="167707" y="677658"/>
                  <a:pt x="188871" y="677658"/>
                </a:cubicBezTo>
                <a:cubicBezTo>
                  <a:pt x="208565" y="677658"/>
                  <a:pt x="225733" y="674603"/>
                  <a:pt x="240413" y="668478"/>
                </a:cubicBezTo>
                <a:cubicBezTo>
                  <a:pt x="255070" y="662335"/>
                  <a:pt x="266599" y="653138"/>
                  <a:pt x="274943" y="640886"/>
                </a:cubicBezTo>
                <a:cubicBezTo>
                  <a:pt x="281183" y="631771"/>
                  <a:pt x="285269" y="620981"/>
                  <a:pt x="287276" y="608575"/>
                </a:cubicBezTo>
                <a:lnTo>
                  <a:pt x="167146" y="608575"/>
                </a:lnTo>
                <a:lnTo>
                  <a:pt x="167146" y="542832"/>
                </a:lnTo>
                <a:lnTo>
                  <a:pt x="367717" y="542832"/>
                </a:lnTo>
                <a:cubicBezTo>
                  <a:pt x="368464" y="547665"/>
                  <a:pt x="368903" y="552784"/>
                  <a:pt x="369106" y="558154"/>
                </a:cubicBezTo>
                <a:cubicBezTo>
                  <a:pt x="369293" y="563541"/>
                  <a:pt x="369366" y="568846"/>
                  <a:pt x="369366" y="574030"/>
                </a:cubicBezTo>
                <a:cubicBezTo>
                  <a:pt x="369366" y="610062"/>
                  <a:pt x="361396" y="641089"/>
                  <a:pt x="345422" y="667071"/>
                </a:cubicBezTo>
                <a:cubicBezTo>
                  <a:pt x="329451" y="693070"/>
                  <a:pt x="307823" y="713033"/>
                  <a:pt x="280533" y="726967"/>
                </a:cubicBezTo>
                <a:cubicBezTo>
                  <a:pt x="253217" y="740884"/>
                  <a:pt x="222303" y="747863"/>
                  <a:pt x="187766" y="747863"/>
                </a:cubicBezTo>
                <a:cubicBezTo>
                  <a:pt x="161028" y="747863"/>
                  <a:pt x="136232" y="743305"/>
                  <a:pt x="113395" y="734205"/>
                </a:cubicBezTo>
                <a:cubicBezTo>
                  <a:pt x="90549" y="725106"/>
                  <a:pt x="70667" y="712203"/>
                  <a:pt x="53760" y="695491"/>
                </a:cubicBezTo>
                <a:cubicBezTo>
                  <a:pt x="36862" y="678779"/>
                  <a:pt x="23684" y="659264"/>
                  <a:pt x="14218" y="636995"/>
                </a:cubicBezTo>
                <a:cubicBezTo>
                  <a:pt x="4737" y="614701"/>
                  <a:pt x="0" y="590392"/>
                  <a:pt x="0" y="564003"/>
                </a:cubicBezTo>
                <a:cubicBezTo>
                  <a:pt x="0" y="537632"/>
                  <a:pt x="4647" y="513299"/>
                  <a:pt x="13934" y="491020"/>
                </a:cubicBezTo>
                <a:cubicBezTo>
                  <a:pt x="23213" y="468744"/>
                  <a:pt x="36236" y="449333"/>
                  <a:pt x="52948" y="432809"/>
                </a:cubicBezTo>
                <a:cubicBezTo>
                  <a:pt x="69652" y="416283"/>
                  <a:pt x="89321" y="403365"/>
                  <a:pt x="111988" y="394079"/>
                </a:cubicBezTo>
                <a:cubicBezTo>
                  <a:pt x="134648" y="384800"/>
                  <a:pt x="159346" y="380162"/>
                  <a:pt x="186101" y="380162"/>
                </a:cubicBezTo>
                <a:close/>
                <a:moveTo>
                  <a:pt x="1100933" y="140027"/>
                </a:moveTo>
                <a:cubicBezTo>
                  <a:pt x="1087203" y="140027"/>
                  <a:pt x="1074935" y="143172"/>
                  <a:pt x="1064161" y="149501"/>
                </a:cubicBezTo>
                <a:cubicBezTo>
                  <a:pt x="1053397" y="155813"/>
                  <a:pt x="1044842" y="164726"/>
                  <a:pt x="1038537" y="176238"/>
                </a:cubicBezTo>
                <a:cubicBezTo>
                  <a:pt x="1032233" y="187751"/>
                  <a:pt x="1029064" y="201498"/>
                  <a:pt x="1029064" y="217470"/>
                </a:cubicBezTo>
                <a:cubicBezTo>
                  <a:pt x="1029064" y="233069"/>
                  <a:pt x="1032233" y="246629"/>
                  <a:pt x="1038537" y="258134"/>
                </a:cubicBezTo>
                <a:cubicBezTo>
                  <a:pt x="1044842" y="269646"/>
                  <a:pt x="1053397" y="278568"/>
                  <a:pt x="1064161" y="284880"/>
                </a:cubicBezTo>
                <a:cubicBezTo>
                  <a:pt x="1074935" y="291201"/>
                  <a:pt x="1087203" y="294353"/>
                  <a:pt x="1100933" y="294353"/>
                </a:cubicBezTo>
                <a:cubicBezTo>
                  <a:pt x="1114681" y="294353"/>
                  <a:pt x="1126932" y="291201"/>
                  <a:pt x="1137705" y="284880"/>
                </a:cubicBezTo>
                <a:cubicBezTo>
                  <a:pt x="1148470" y="278568"/>
                  <a:pt x="1157017" y="269646"/>
                  <a:pt x="1163330" y="258134"/>
                </a:cubicBezTo>
                <a:cubicBezTo>
                  <a:pt x="1169643" y="246629"/>
                  <a:pt x="1172803" y="233069"/>
                  <a:pt x="1172803" y="217470"/>
                </a:cubicBezTo>
                <a:cubicBezTo>
                  <a:pt x="1172803" y="201498"/>
                  <a:pt x="1169643" y="187751"/>
                  <a:pt x="1163330" y="176238"/>
                </a:cubicBezTo>
                <a:cubicBezTo>
                  <a:pt x="1157017" y="164726"/>
                  <a:pt x="1148470" y="155813"/>
                  <a:pt x="1137705" y="149501"/>
                </a:cubicBezTo>
                <a:cubicBezTo>
                  <a:pt x="1126932" y="143172"/>
                  <a:pt x="1114681" y="140027"/>
                  <a:pt x="1100933" y="140027"/>
                </a:cubicBezTo>
                <a:close/>
                <a:moveTo>
                  <a:pt x="473731" y="135036"/>
                </a:moveTo>
                <a:cubicBezTo>
                  <a:pt x="461472" y="135036"/>
                  <a:pt x="450219" y="137539"/>
                  <a:pt x="440022" y="142552"/>
                </a:cubicBezTo>
                <a:cubicBezTo>
                  <a:pt x="429786" y="147565"/>
                  <a:pt x="421629" y="156023"/>
                  <a:pt x="415495" y="167900"/>
                </a:cubicBezTo>
                <a:cubicBezTo>
                  <a:pt x="412668" y="173409"/>
                  <a:pt x="410482" y="179909"/>
                  <a:pt x="408963" y="187408"/>
                </a:cubicBezTo>
                <a:lnTo>
                  <a:pt x="539621" y="187408"/>
                </a:lnTo>
                <a:cubicBezTo>
                  <a:pt x="538257" y="178113"/>
                  <a:pt x="535462" y="170111"/>
                  <a:pt x="531099" y="163440"/>
                </a:cubicBezTo>
                <a:cubicBezTo>
                  <a:pt x="524794" y="153797"/>
                  <a:pt x="516630" y="146655"/>
                  <a:pt x="506578" y="142000"/>
                </a:cubicBezTo>
                <a:cubicBezTo>
                  <a:pt x="496553" y="137368"/>
                  <a:pt x="485593" y="135036"/>
                  <a:pt x="473731" y="135036"/>
                </a:cubicBezTo>
                <a:close/>
                <a:moveTo>
                  <a:pt x="1288935" y="78176"/>
                </a:moveTo>
                <a:lnTo>
                  <a:pt x="1365281" y="78176"/>
                </a:lnTo>
                <a:lnTo>
                  <a:pt x="1365281" y="235850"/>
                </a:lnTo>
                <a:cubicBezTo>
                  <a:pt x="1365281" y="255170"/>
                  <a:pt x="1370295" y="269746"/>
                  <a:pt x="1380312" y="279576"/>
                </a:cubicBezTo>
                <a:cubicBezTo>
                  <a:pt x="1390362" y="289439"/>
                  <a:pt x="1403719" y="294363"/>
                  <a:pt x="1420431" y="294363"/>
                </a:cubicBezTo>
                <a:cubicBezTo>
                  <a:pt x="1437508" y="294363"/>
                  <a:pt x="1450980" y="289439"/>
                  <a:pt x="1460827" y="279576"/>
                </a:cubicBezTo>
                <a:cubicBezTo>
                  <a:pt x="1470674" y="269746"/>
                  <a:pt x="1475589" y="255170"/>
                  <a:pt x="1475589" y="235850"/>
                </a:cubicBezTo>
                <a:lnTo>
                  <a:pt x="1475589" y="78176"/>
                </a:lnTo>
                <a:lnTo>
                  <a:pt x="1551902" y="78176"/>
                </a:lnTo>
                <a:lnTo>
                  <a:pt x="1551902" y="244210"/>
                </a:lnTo>
                <a:cubicBezTo>
                  <a:pt x="1551902" y="267991"/>
                  <a:pt x="1546345" y="288773"/>
                  <a:pt x="1535190" y="306607"/>
                </a:cubicBezTo>
                <a:cubicBezTo>
                  <a:pt x="1524067" y="324432"/>
                  <a:pt x="1508647" y="338178"/>
                  <a:pt x="1488953" y="347839"/>
                </a:cubicBezTo>
                <a:cubicBezTo>
                  <a:pt x="1469284" y="357483"/>
                  <a:pt x="1446430" y="362325"/>
                  <a:pt x="1420431" y="362325"/>
                </a:cubicBezTo>
                <a:cubicBezTo>
                  <a:pt x="1381051" y="362325"/>
                  <a:pt x="1349300" y="351836"/>
                  <a:pt x="1325163" y="330834"/>
                </a:cubicBezTo>
                <a:cubicBezTo>
                  <a:pt x="1301025" y="309864"/>
                  <a:pt x="1288935" y="280981"/>
                  <a:pt x="1288935" y="244210"/>
                </a:cubicBezTo>
                <a:close/>
                <a:moveTo>
                  <a:pt x="475942" y="72641"/>
                </a:moveTo>
                <a:cubicBezTo>
                  <a:pt x="503053" y="72641"/>
                  <a:pt x="527012" y="78490"/>
                  <a:pt x="547811" y="90189"/>
                </a:cubicBezTo>
                <a:cubicBezTo>
                  <a:pt x="568610" y="101880"/>
                  <a:pt x="584965" y="118422"/>
                  <a:pt x="596842" y="139773"/>
                </a:cubicBezTo>
                <a:cubicBezTo>
                  <a:pt x="608745" y="161133"/>
                  <a:pt x="614668" y="186669"/>
                  <a:pt x="614668" y="216380"/>
                </a:cubicBezTo>
                <a:cubicBezTo>
                  <a:pt x="614668" y="228127"/>
                  <a:pt x="613920" y="234961"/>
                  <a:pt x="613555" y="238666"/>
                </a:cubicBezTo>
                <a:lnTo>
                  <a:pt x="407865" y="238666"/>
                </a:lnTo>
                <a:cubicBezTo>
                  <a:pt x="409385" y="248277"/>
                  <a:pt x="412017" y="256637"/>
                  <a:pt x="415780" y="263738"/>
                </a:cubicBezTo>
                <a:cubicBezTo>
                  <a:pt x="422092" y="275632"/>
                  <a:pt x="430810" y="284349"/>
                  <a:pt x="441965" y="289923"/>
                </a:cubicBezTo>
                <a:cubicBezTo>
                  <a:pt x="453120" y="295489"/>
                  <a:pt x="465542" y="298268"/>
                  <a:pt x="479288" y="298268"/>
                </a:cubicBezTo>
                <a:cubicBezTo>
                  <a:pt x="490443" y="298268"/>
                  <a:pt x="499802" y="296796"/>
                  <a:pt x="507432" y="293824"/>
                </a:cubicBezTo>
                <a:cubicBezTo>
                  <a:pt x="515020" y="290841"/>
                  <a:pt x="521349" y="286666"/>
                  <a:pt x="526378" y="281279"/>
                </a:cubicBezTo>
                <a:cubicBezTo>
                  <a:pt x="531375" y="275908"/>
                  <a:pt x="534820" y="269855"/>
                  <a:pt x="536681" y="263161"/>
                </a:cubicBezTo>
                <a:lnTo>
                  <a:pt x="612442" y="263161"/>
                </a:lnTo>
                <a:cubicBezTo>
                  <a:pt x="609460" y="282871"/>
                  <a:pt x="601856" y="300136"/>
                  <a:pt x="589588" y="314995"/>
                </a:cubicBezTo>
                <a:cubicBezTo>
                  <a:pt x="577335" y="329848"/>
                  <a:pt x="561834" y="341450"/>
                  <a:pt x="543090" y="349817"/>
                </a:cubicBezTo>
                <a:cubicBezTo>
                  <a:pt x="524323" y="358162"/>
                  <a:pt x="503053" y="362345"/>
                  <a:pt x="479288" y="362345"/>
                </a:cubicBezTo>
                <a:cubicBezTo>
                  <a:pt x="451064" y="362345"/>
                  <a:pt x="425886" y="356317"/>
                  <a:pt x="403795" y="344228"/>
                </a:cubicBezTo>
                <a:cubicBezTo>
                  <a:pt x="381697" y="332180"/>
                  <a:pt x="364343" y="315272"/>
                  <a:pt x="351701" y="293547"/>
                </a:cubicBezTo>
                <a:cubicBezTo>
                  <a:pt x="339075" y="271806"/>
                  <a:pt x="332770" y="246457"/>
                  <a:pt x="332770" y="217493"/>
                </a:cubicBezTo>
                <a:cubicBezTo>
                  <a:pt x="332770" y="188521"/>
                  <a:pt x="338897" y="163164"/>
                  <a:pt x="351148" y="141438"/>
                </a:cubicBezTo>
                <a:cubicBezTo>
                  <a:pt x="363408" y="119714"/>
                  <a:pt x="380299" y="102823"/>
                  <a:pt x="401846" y="90741"/>
                </a:cubicBezTo>
                <a:cubicBezTo>
                  <a:pt x="423384" y="78676"/>
                  <a:pt x="448090" y="72641"/>
                  <a:pt x="475942" y="72641"/>
                </a:cubicBezTo>
                <a:close/>
                <a:moveTo>
                  <a:pt x="1089803" y="72618"/>
                </a:moveTo>
                <a:cubicBezTo>
                  <a:pt x="1114681" y="72618"/>
                  <a:pt x="1136503" y="78646"/>
                  <a:pt x="1155262" y="90720"/>
                </a:cubicBezTo>
                <a:cubicBezTo>
                  <a:pt x="1162485" y="95375"/>
                  <a:pt x="1169131" y="100761"/>
                  <a:pt x="1175176" y="106855"/>
                </a:cubicBezTo>
                <a:lnTo>
                  <a:pt x="1189515" y="78182"/>
                </a:lnTo>
                <a:lnTo>
                  <a:pt x="1243560" y="78182"/>
                </a:lnTo>
                <a:lnTo>
                  <a:pt x="1243560" y="356750"/>
                </a:lnTo>
                <a:lnTo>
                  <a:pt x="1189515" y="356750"/>
                </a:lnTo>
                <a:lnTo>
                  <a:pt x="1175176" y="328062"/>
                </a:lnTo>
                <a:cubicBezTo>
                  <a:pt x="1169131" y="334155"/>
                  <a:pt x="1162485" y="339550"/>
                  <a:pt x="1155262" y="344205"/>
                </a:cubicBezTo>
                <a:cubicBezTo>
                  <a:pt x="1136503" y="356287"/>
                  <a:pt x="1114681" y="362315"/>
                  <a:pt x="1089803" y="362315"/>
                </a:cubicBezTo>
                <a:cubicBezTo>
                  <a:pt x="1065291" y="362315"/>
                  <a:pt x="1042623" y="356287"/>
                  <a:pt x="1021824" y="344205"/>
                </a:cubicBezTo>
                <a:cubicBezTo>
                  <a:pt x="1001034" y="332140"/>
                  <a:pt x="984224" y="315241"/>
                  <a:pt x="971420" y="293516"/>
                </a:cubicBezTo>
                <a:cubicBezTo>
                  <a:pt x="958599" y="271775"/>
                  <a:pt x="952197" y="246426"/>
                  <a:pt x="952197" y="217470"/>
                </a:cubicBezTo>
                <a:cubicBezTo>
                  <a:pt x="952197" y="188490"/>
                  <a:pt x="958599" y="163142"/>
                  <a:pt x="971420" y="141417"/>
                </a:cubicBezTo>
                <a:cubicBezTo>
                  <a:pt x="984224" y="119691"/>
                  <a:pt x="1001034" y="102792"/>
                  <a:pt x="1021824" y="90720"/>
                </a:cubicBezTo>
                <a:cubicBezTo>
                  <a:pt x="1042623" y="78646"/>
                  <a:pt x="1065291" y="72618"/>
                  <a:pt x="1089803" y="72618"/>
                </a:cubicBezTo>
                <a:close/>
                <a:moveTo>
                  <a:pt x="802554" y="72613"/>
                </a:moveTo>
                <a:cubicBezTo>
                  <a:pt x="825204" y="72613"/>
                  <a:pt x="845353" y="77269"/>
                  <a:pt x="863008" y="86546"/>
                </a:cubicBezTo>
                <a:cubicBezTo>
                  <a:pt x="880630" y="95833"/>
                  <a:pt x="894661" y="109189"/>
                  <a:pt x="905069" y="126657"/>
                </a:cubicBezTo>
                <a:cubicBezTo>
                  <a:pt x="915452" y="144125"/>
                  <a:pt x="920667" y="164907"/>
                  <a:pt x="920667" y="189062"/>
                </a:cubicBezTo>
                <a:lnTo>
                  <a:pt x="920667" y="356745"/>
                </a:lnTo>
                <a:lnTo>
                  <a:pt x="844338" y="356745"/>
                </a:lnTo>
                <a:lnTo>
                  <a:pt x="844338" y="200753"/>
                </a:lnTo>
                <a:cubicBezTo>
                  <a:pt x="844338" y="188127"/>
                  <a:pt x="841924" y="177265"/>
                  <a:pt x="837099" y="168166"/>
                </a:cubicBezTo>
                <a:cubicBezTo>
                  <a:pt x="832273" y="159066"/>
                  <a:pt x="825480" y="152103"/>
                  <a:pt x="816771" y="147270"/>
                </a:cubicBezTo>
                <a:cubicBezTo>
                  <a:pt x="808029" y="142443"/>
                  <a:pt x="797905" y="140023"/>
                  <a:pt x="786393" y="140023"/>
                </a:cubicBezTo>
                <a:cubicBezTo>
                  <a:pt x="768577" y="140023"/>
                  <a:pt x="754366" y="145312"/>
                  <a:pt x="743764" y="155898"/>
                </a:cubicBezTo>
                <a:cubicBezTo>
                  <a:pt x="733193" y="166484"/>
                  <a:pt x="727904" y="181450"/>
                  <a:pt x="727904" y="200753"/>
                </a:cubicBezTo>
                <a:lnTo>
                  <a:pt x="727904" y="356745"/>
                </a:lnTo>
                <a:lnTo>
                  <a:pt x="651575" y="356745"/>
                </a:lnTo>
                <a:lnTo>
                  <a:pt x="651575" y="78186"/>
                </a:lnTo>
                <a:lnTo>
                  <a:pt x="705627" y="78186"/>
                </a:lnTo>
                <a:lnTo>
                  <a:pt x="719935" y="106817"/>
                </a:lnTo>
                <a:cubicBezTo>
                  <a:pt x="727491" y="98351"/>
                  <a:pt x="736606" y="91186"/>
                  <a:pt x="747404" y="85433"/>
                </a:cubicBezTo>
                <a:cubicBezTo>
                  <a:pt x="763360" y="76886"/>
                  <a:pt x="781738" y="72613"/>
                  <a:pt x="802554" y="72613"/>
                </a:cubicBezTo>
                <a:close/>
                <a:moveTo>
                  <a:pt x="99221" y="69274"/>
                </a:moveTo>
                <a:lnTo>
                  <a:pt x="99221" y="173455"/>
                </a:lnTo>
                <a:lnTo>
                  <a:pt x="174975" y="173455"/>
                </a:lnTo>
                <a:cubicBezTo>
                  <a:pt x="192792" y="173455"/>
                  <a:pt x="206629" y="168824"/>
                  <a:pt x="216476" y="159538"/>
                </a:cubicBezTo>
                <a:cubicBezTo>
                  <a:pt x="226323" y="150251"/>
                  <a:pt x="231245" y="137626"/>
                  <a:pt x="231245" y="121645"/>
                </a:cubicBezTo>
                <a:cubicBezTo>
                  <a:pt x="231245" y="104933"/>
                  <a:pt x="226323" y="92031"/>
                  <a:pt x="216476" y="82932"/>
                </a:cubicBezTo>
                <a:cubicBezTo>
                  <a:pt x="206629" y="73831"/>
                  <a:pt x="192792" y="69274"/>
                  <a:pt x="174975" y="69274"/>
                </a:cubicBezTo>
                <a:close/>
                <a:moveTo>
                  <a:pt x="21202" y="183"/>
                </a:moveTo>
                <a:lnTo>
                  <a:pt x="172741" y="183"/>
                </a:lnTo>
                <a:cubicBezTo>
                  <a:pt x="215817" y="183"/>
                  <a:pt x="249534" y="10785"/>
                  <a:pt x="273867" y="31949"/>
                </a:cubicBezTo>
                <a:cubicBezTo>
                  <a:pt x="298183" y="53122"/>
                  <a:pt x="310354" y="82647"/>
                  <a:pt x="310354" y="120532"/>
                </a:cubicBezTo>
                <a:cubicBezTo>
                  <a:pt x="310354" y="157669"/>
                  <a:pt x="298183" y="186925"/>
                  <a:pt x="273867" y="208277"/>
                </a:cubicBezTo>
                <a:cubicBezTo>
                  <a:pt x="265620" y="215533"/>
                  <a:pt x="256278" y="221503"/>
                  <a:pt x="245878" y="226289"/>
                </a:cubicBezTo>
                <a:lnTo>
                  <a:pt x="321509" y="356753"/>
                </a:lnTo>
                <a:lnTo>
                  <a:pt x="231815" y="356753"/>
                </a:lnTo>
                <a:lnTo>
                  <a:pt x="170206" y="240312"/>
                </a:lnTo>
                <a:lnTo>
                  <a:pt x="99221" y="240312"/>
                </a:lnTo>
                <a:lnTo>
                  <a:pt x="99221" y="356753"/>
                </a:lnTo>
                <a:lnTo>
                  <a:pt x="21202" y="356753"/>
                </a:lnTo>
                <a:close/>
                <a:moveTo>
                  <a:pt x="1714417" y="148"/>
                </a:moveTo>
                <a:lnTo>
                  <a:pt x="1790771" y="148"/>
                </a:lnTo>
                <a:lnTo>
                  <a:pt x="1790771" y="78161"/>
                </a:lnTo>
                <a:lnTo>
                  <a:pt x="1876323" y="78161"/>
                </a:lnTo>
                <a:lnTo>
                  <a:pt x="1876323" y="141671"/>
                </a:lnTo>
                <a:lnTo>
                  <a:pt x="1790771" y="141671"/>
                </a:lnTo>
                <a:lnTo>
                  <a:pt x="1790771" y="246972"/>
                </a:lnTo>
                <a:cubicBezTo>
                  <a:pt x="1790771" y="260727"/>
                  <a:pt x="1793924" y="270753"/>
                  <a:pt x="1800229" y="277050"/>
                </a:cubicBezTo>
                <a:cubicBezTo>
                  <a:pt x="1806532" y="283370"/>
                  <a:pt x="1816550" y="286523"/>
                  <a:pt x="1830314" y="286523"/>
                </a:cubicBezTo>
                <a:lnTo>
                  <a:pt x="1876550" y="286523"/>
                </a:lnTo>
                <a:lnTo>
                  <a:pt x="1876550" y="356727"/>
                </a:lnTo>
                <a:lnTo>
                  <a:pt x="1828079" y="356727"/>
                </a:lnTo>
                <a:cubicBezTo>
                  <a:pt x="1801342" y="356727"/>
                  <a:pt x="1779616" y="353096"/>
                  <a:pt x="1762904" y="345864"/>
                </a:cubicBezTo>
                <a:cubicBezTo>
                  <a:pt x="1746192" y="338610"/>
                  <a:pt x="1733933" y="327284"/>
                  <a:pt x="1726124" y="311872"/>
                </a:cubicBezTo>
                <a:cubicBezTo>
                  <a:pt x="1718325" y="296476"/>
                  <a:pt x="1714417" y="276879"/>
                  <a:pt x="1714417" y="253082"/>
                </a:cubicBezTo>
                <a:close/>
                <a:moveTo>
                  <a:pt x="1595217" y="0"/>
                </a:moveTo>
                <a:lnTo>
                  <a:pt x="1671555" y="0"/>
                </a:lnTo>
                <a:lnTo>
                  <a:pt x="1671555" y="356555"/>
                </a:lnTo>
                <a:lnTo>
                  <a:pt x="1595217" y="35655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 name="Forme libre 11">
            <a:extLst>
              <a:ext uri="{FF2B5EF4-FFF2-40B4-BE49-F238E27FC236}">
                <a16:creationId xmlns:a16="http://schemas.microsoft.com/office/drawing/2014/main" id="{0FB2424B-10F5-1B41-ADBD-C57057C87C19}"/>
              </a:ext>
            </a:extLst>
          </p:cNvPr>
          <p:cNvSpPr/>
          <p:nvPr/>
        </p:nvSpPr>
        <p:spPr>
          <a:xfrm>
            <a:off x="1333500" y="361950"/>
            <a:ext cx="9525000" cy="6134575"/>
          </a:xfrm>
          <a:custGeom>
            <a:avLst/>
            <a:gdLst>
              <a:gd name="connsiteX0" fmla="*/ 0 w 9525000"/>
              <a:gd name="connsiteY0" fmla="*/ 0 h 6134575"/>
              <a:gd name="connsiteX1" fmla="*/ 9525000 w 9525000"/>
              <a:gd name="connsiteY1" fmla="*/ 0 h 6134575"/>
              <a:gd name="connsiteX2" fmla="*/ 9525000 w 9525000"/>
              <a:gd name="connsiteY2" fmla="*/ 6134576 h 6134575"/>
              <a:gd name="connsiteX3" fmla="*/ 0 w 9525000"/>
              <a:gd name="connsiteY3" fmla="*/ 6134576 h 6134575"/>
            </a:gdLst>
            <a:ahLst/>
            <a:cxnLst>
              <a:cxn ang="0">
                <a:pos x="connsiteX0" y="connsiteY0"/>
              </a:cxn>
              <a:cxn ang="0">
                <a:pos x="connsiteX1" y="connsiteY1"/>
              </a:cxn>
              <a:cxn ang="0">
                <a:pos x="connsiteX2" y="connsiteY2"/>
              </a:cxn>
              <a:cxn ang="0">
                <a:pos x="connsiteX3" y="connsiteY3"/>
              </a:cxn>
            </a:cxnLst>
            <a:rect l="l" t="t" r="r" b="b"/>
            <a:pathLst>
              <a:path w="9525000" h="6134575">
                <a:moveTo>
                  <a:pt x="0" y="0"/>
                </a:moveTo>
                <a:lnTo>
                  <a:pt x="9525000" y="0"/>
                </a:lnTo>
                <a:lnTo>
                  <a:pt x="9525000" y="6134576"/>
                </a:lnTo>
                <a:lnTo>
                  <a:pt x="0" y="6134576"/>
                </a:lnTo>
                <a:close/>
              </a:path>
            </a:pathLst>
          </a:custGeom>
          <a:noFill/>
          <a:ln w="9525" cap="flat">
            <a:noFill/>
            <a:prstDash val="solid"/>
            <a:miter/>
          </a:ln>
        </p:spPr>
        <p:txBody>
          <a:bodyPr rtlCol="0" anchor="ctr"/>
          <a:lstStyle/>
          <a:p>
            <a:endParaRPr lang="fr-FR"/>
          </a:p>
        </p:txBody>
      </p:sp>
    </p:spTree>
    <p:extLst>
      <p:ext uri="{BB962C8B-B14F-4D97-AF65-F5344CB8AC3E}">
        <p14:creationId xmlns:p14="http://schemas.microsoft.com/office/powerpoint/2010/main" val="3226290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mage + Text">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A5E7ACA1-781D-D245-A615-1BA99DDADC2E}"/>
              </a:ext>
            </a:extLst>
          </p:cNvPr>
          <p:cNvSpPr>
            <a:spLocks noGrp="1"/>
          </p:cNvSpPr>
          <p:nvPr>
            <p:ph type="ftr" sz="quarter" idx="10"/>
          </p:nvPr>
        </p:nvSpPr>
        <p:spPr/>
        <p:txBody>
          <a:bodyPr/>
          <a:lstStyle/>
          <a:p>
            <a:r>
              <a:rPr lang="en-GB" noProof="1"/>
              <a:t>CAN (Controller Area Network)</a:t>
            </a:r>
          </a:p>
        </p:txBody>
      </p:sp>
      <p:pic>
        <p:nvPicPr>
          <p:cNvPr id="4" name="Graphique 3">
            <a:extLst>
              <a:ext uri="{FF2B5EF4-FFF2-40B4-BE49-F238E27FC236}">
                <a16:creationId xmlns:a16="http://schemas.microsoft.com/office/drawing/2014/main" id="{742C5D36-EB7D-E341-A312-C09503CAD43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26849" y="259200"/>
            <a:ext cx="477225" cy="232747"/>
          </a:xfrm>
          <a:prstGeom prst="rect">
            <a:avLst/>
          </a:prstGeom>
        </p:spPr>
      </p:pic>
      <p:sp>
        <p:nvSpPr>
          <p:cNvPr id="6" name="Espace réservé du texte 5">
            <a:extLst>
              <a:ext uri="{FF2B5EF4-FFF2-40B4-BE49-F238E27FC236}">
                <a16:creationId xmlns:a16="http://schemas.microsoft.com/office/drawing/2014/main" id="{C6173BC7-F836-E64C-9918-06E253220070}"/>
              </a:ext>
            </a:extLst>
          </p:cNvPr>
          <p:cNvSpPr>
            <a:spLocks noGrp="1"/>
          </p:cNvSpPr>
          <p:nvPr>
            <p:ph type="body" sz="quarter" idx="11" hasCustomPrompt="1"/>
          </p:nvPr>
        </p:nvSpPr>
        <p:spPr>
          <a:xfrm>
            <a:off x="485775" y="266400"/>
            <a:ext cx="9359900" cy="298450"/>
          </a:xfrm>
          <a:prstGeom prst="rect">
            <a:avLst/>
          </a:prstGeom>
        </p:spPr>
        <p:txBody>
          <a:bodyPr lIns="0" tIns="0" rIns="0" bIns="0"/>
          <a:lstStyle>
            <a:lvl1pPr>
              <a:defRPr sz="2000" b="1" i="0">
                <a:latin typeface="+mj-lt"/>
              </a:defRPr>
            </a:lvl1pPr>
          </a:lstStyle>
          <a:p>
            <a:pPr lvl="0"/>
            <a:r>
              <a:rPr lang="en-GB" noProof="1"/>
              <a:t>Title</a:t>
            </a:r>
          </a:p>
        </p:txBody>
      </p:sp>
      <p:sp>
        <p:nvSpPr>
          <p:cNvPr id="10" name="Espace réservé pour une image  9">
            <a:extLst>
              <a:ext uri="{FF2B5EF4-FFF2-40B4-BE49-F238E27FC236}">
                <a16:creationId xmlns:a16="http://schemas.microsoft.com/office/drawing/2014/main" id="{F9978675-3FB6-FE46-A5F5-3A9220E47E21}"/>
              </a:ext>
            </a:extLst>
          </p:cNvPr>
          <p:cNvSpPr>
            <a:spLocks noGrp="1"/>
          </p:cNvSpPr>
          <p:nvPr>
            <p:ph type="pic" sz="quarter" idx="13" hasCustomPrompt="1"/>
          </p:nvPr>
        </p:nvSpPr>
        <p:spPr>
          <a:xfrm>
            <a:off x="485776" y="873125"/>
            <a:ext cx="4197350" cy="5495925"/>
          </a:xfrm>
          <a:prstGeom prst="rect">
            <a:avLst/>
          </a:prstGeom>
          <a:solidFill>
            <a:schemeClr val="bg1">
              <a:lumMod val="95000"/>
            </a:schemeClr>
          </a:solidFill>
        </p:spPr>
        <p:txBody>
          <a:bodyPr lIns="0" tIns="0" rIns="0" bIns="720000" anchor="ctr"/>
          <a:lstStyle>
            <a:lvl1pPr marL="0" indent="0" algn="ctr" defTabSz="914377" rtl="0" eaLnBrk="1" latinLnBrk="0" hangingPunct="1">
              <a:lnSpc>
                <a:spcPct val="90000"/>
              </a:lnSpc>
              <a:spcBef>
                <a:spcPts val="0"/>
              </a:spcBef>
              <a:spcAft>
                <a:spcPts val="200"/>
              </a:spcAft>
              <a:buFont typeface="Arial" panose="020B0604020202020204" pitchFamily="34" charset="0"/>
              <a:buNone/>
              <a:defRPr lang="en-GB" sz="1400" b="0" i="0" kern="1200" noProof="1">
                <a:solidFill>
                  <a:schemeClr val="tx1"/>
                </a:solidFill>
                <a:latin typeface="+mn-lt"/>
                <a:ea typeface="+mn-ea"/>
                <a:cs typeface="+mn-cs"/>
              </a:defRPr>
            </a:lvl1pPr>
          </a:lstStyle>
          <a:p>
            <a:r>
              <a:rPr lang="en-GB" noProof="1"/>
              <a:t>Image</a:t>
            </a:r>
          </a:p>
        </p:txBody>
      </p:sp>
      <p:sp>
        <p:nvSpPr>
          <p:cNvPr id="9" name="Espace réservé du texte 9">
            <a:extLst>
              <a:ext uri="{FF2B5EF4-FFF2-40B4-BE49-F238E27FC236}">
                <a16:creationId xmlns:a16="http://schemas.microsoft.com/office/drawing/2014/main" id="{0AB671BF-7184-45C5-99F1-30B0853CDCF5}"/>
              </a:ext>
            </a:extLst>
          </p:cNvPr>
          <p:cNvSpPr>
            <a:spLocks noGrp="1"/>
          </p:cNvSpPr>
          <p:nvPr>
            <p:ph type="body" sz="quarter" idx="15" hasCustomPrompt="1"/>
          </p:nvPr>
        </p:nvSpPr>
        <p:spPr>
          <a:xfrm>
            <a:off x="5168752" y="873125"/>
            <a:ext cx="6535321" cy="5495925"/>
          </a:xfrm>
          <a:prstGeom prst="rect">
            <a:avLst/>
          </a:prstGeom>
        </p:spPr>
        <p:txBody>
          <a:bodyPr lIns="0" tIns="0" rIns="0" bIns="0"/>
          <a:lstStyle>
            <a:lvl1pPr>
              <a:lnSpc>
                <a:spcPct val="100000"/>
              </a:lnSpc>
              <a:spcBef>
                <a:spcPts val="600"/>
              </a:spcBef>
              <a:spcAft>
                <a:spcPts val="600"/>
              </a:spcAft>
              <a:defRPr lang="en-GB" sz="1800" b="1" kern="1200" cap="all" baseline="0" noProof="1">
                <a:solidFill>
                  <a:schemeClr val="tx2"/>
                </a:solidFill>
                <a:latin typeface="Read" panose="020B0501020204020B04" pitchFamily="34" charset="0"/>
                <a:ea typeface="+mn-ea"/>
                <a:cs typeface="+mn-cs"/>
              </a:defRPr>
            </a:lvl1pPr>
            <a:lvl2pPr marL="0" indent="0">
              <a:lnSpc>
                <a:spcPct val="100000"/>
              </a:lnSpc>
              <a:spcBef>
                <a:spcPts val="0"/>
              </a:spcBef>
              <a:spcAft>
                <a:spcPts val="600"/>
              </a:spcAft>
              <a:buFontTx/>
              <a:buNone/>
              <a:defRPr lang="en-GB" sz="1400" b="0" i="0" kern="1200" noProof="1">
                <a:solidFill>
                  <a:schemeClr val="tx1"/>
                </a:solidFill>
                <a:latin typeface="+mn-lt"/>
                <a:ea typeface="+mn-ea"/>
                <a:cs typeface="+mn-cs"/>
              </a:defRPr>
            </a:lvl2pPr>
            <a:lvl3pPr marL="269875" indent="-182563">
              <a:lnSpc>
                <a:spcPct val="100000"/>
              </a:lnSpc>
              <a:spcBef>
                <a:spcPts val="0"/>
              </a:spcBef>
              <a:spcAft>
                <a:spcPts val="600"/>
              </a:spcAft>
              <a:buClr>
                <a:schemeClr val="tx2"/>
              </a:buClr>
              <a:buFont typeface="Arial" panose="020B0604020202020204" pitchFamily="34" charset="0"/>
              <a:buChar char="•"/>
              <a:defRPr lang="en-GB" sz="1400" b="0" i="0" kern="1200" noProof="1">
                <a:solidFill>
                  <a:schemeClr val="tx1"/>
                </a:solidFill>
                <a:latin typeface="+mn-lt"/>
                <a:ea typeface="+mn-ea"/>
                <a:cs typeface="+mn-cs"/>
              </a:defRPr>
            </a:lvl3pPr>
            <a:lvl4pPr marL="357188" indent="-176213">
              <a:lnSpc>
                <a:spcPct val="100000"/>
              </a:lnSpc>
              <a:spcBef>
                <a:spcPts val="0"/>
              </a:spcBef>
              <a:spcAft>
                <a:spcPts val="600"/>
              </a:spcAft>
              <a:buClr>
                <a:schemeClr val="tx2"/>
              </a:buClr>
              <a:buFont typeface="Renault Group" pitchFamily="2" charset="0"/>
              <a:buChar char="-"/>
              <a:defRPr lang="en-GB" sz="1400" b="0" i="0" kern="1200" noProof="1">
                <a:solidFill>
                  <a:schemeClr val="tx1"/>
                </a:solidFill>
                <a:latin typeface="+mn-lt"/>
                <a:ea typeface="+mn-ea"/>
                <a:cs typeface="+mn-cs"/>
              </a:defRPr>
            </a:lvl4pPr>
            <a:lvl5pPr marL="539750" indent="0">
              <a:lnSpc>
                <a:spcPct val="100000"/>
              </a:lnSpc>
              <a:spcBef>
                <a:spcPts val="0"/>
              </a:spcBef>
              <a:spcAft>
                <a:spcPts val="600"/>
              </a:spcAft>
              <a:defRPr lang="en-GB" sz="1400" b="0" i="0" kern="1200" noProof="1">
                <a:solidFill>
                  <a:schemeClr val="tx1"/>
                </a:solidFill>
                <a:latin typeface="+mn-lt"/>
                <a:ea typeface="+mn-ea"/>
                <a:cs typeface="+mn-cs"/>
              </a:defRPr>
            </a:lvl5pPr>
            <a:lvl6pPr marL="714375" indent="0">
              <a:lnSpc>
                <a:spcPct val="100000"/>
              </a:lnSpc>
              <a:spcBef>
                <a:spcPts val="0"/>
              </a:spcBef>
              <a:spcAft>
                <a:spcPts val="600"/>
              </a:spcAft>
              <a:buNone/>
              <a:defRPr lang="en-GB" sz="1400" b="0" i="0" kern="1200" noProof="1">
                <a:solidFill>
                  <a:schemeClr val="tx1"/>
                </a:solidFill>
                <a:latin typeface="+mn-lt"/>
                <a:ea typeface="+mn-ea"/>
                <a:cs typeface="+mn-cs"/>
              </a:defRPr>
            </a:lvl6pPr>
            <a:lvl7pPr marL="896938" indent="0">
              <a:lnSpc>
                <a:spcPct val="100000"/>
              </a:lnSpc>
              <a:spcBef>
                <a:spcPts val="0"/>
              </a:spcBef>
              <a:spcAft>
                <a:spcPts val="600"/>
              </a:spcAft>
              <a:buNone/>
              <a:defRPr lang="en-GB" sz="1400" b="0" i="0" kern="1200" noProof="1">
                <a:solidFill>
                  <a:schemeClr val="tx1"/>
                </a:solidFill>
                <a:latin typeface="+mn-lt"/>
                <a:ea typeface="+mn-ea"/>
                <a:cs typeface="+mn-cs"/>
              </a:defRPr>
            </a:lvl7pPr>
            <a:lvl8pPr marL="1079500" indent="0">
              <a:lnSpc>
                <a:spcPct val="100000"/>
              </a:lnSpc>
              <a:spcBef>
                <a:spcPts val="0"/>
              </a:spcBef>
              <a:spcAft>
                <a:spcPts val="600"/>
              </a:spcAft>
              <a:buNone/>
              <a:defRPr lang="en-GB" sz="1400" b="0" i="0" kern="1200" noProof="1">
                <a:solidFill>
                  <a:schemeClr val="tx1"/>
                </a:solidFill>
                <a:latin typeface="+mn-lt"/>
                <a:ea typeface="+mn-ea"/>
                <a:cs typeface="+mn-cs"/>
              </a:defRPr>
            </a:lvl8pPr>
            <a:lvl9pPr marL="1254125" indent="0">
              <a:lnSpc>
                <a:spcPct val="100000"/>
              </a:lnSpc>
              <a:spcBef>
                <a:spcPts val="0"/>
              </a:spcBef>
              <a:spcAft>
                <a:spcPts val="600"/>
              </a:spcAft>
              <a:buNone/>
              <a:defRPr lang="en-GB" sz="1400" b="0" i="0" kern="1200" noProof="1">
                <a:solidFill>
                  <a:schemeClr val="tx1"/>
                </a:solidFill>
                <a:latin typeface="+mn-lt"/>
                <a:ea typeface="+mn-ea"/>
                <a:cs typeface="+mn-cs"/>
              </a:defRPr>
            </a:lvl9pPr>
          </a:lstStyle>
          <a:p>
            <a:pPr lvl="0"/>
            <a:r>
              <a:rPr lang="en-GB" noProof="1"/>
              <a:t>Text level 1</a:t>
            </a:r>
          </a:p>
          <a:p>
            <a:pPr marL="0" lvl="1" indent="0" algn="l" defTabSz="914377" rtl="0" eaLnBrk="1" latinLnBrk="0" hangingPunct="1">
              <a:lnSpc>
                <a:spcPct val="100000"/>
              </a:lnSpc>
              <a:spcBef>
                <a:spcPts val="0"/>
              </a:spcBef>
              <a:spcAft>
                <a:spcPts val="600"/>
              </a:spcAft>
              <a:buClr>
                <a:schemeClr val="tx2"/>
              </a:buClr>
              <a:buFontTx/>
              <a:buNone/>
            </a:pPr>
            <a:r>
              <a:rPr lang="en-GB" noProof="1"/>
              <a:t>Text level 2</a:t>
            </a:r>
          </a:p>
          <a:p>
            <a:pPr marL="269875" lvl="2" indent="-182563" algn="l" defTabSz="914377" rtl="0" eaLnBrk="1" latinLnBrk="0" hangingPunct="1">
              <a:lnSpc>
                <a:spcPct val="100000"/>
              </a:lnSpc>
              <a:spcBef>
                <a:spcPts val="0"/>
              </a:spcBef>
              <a:spcAft>
                <a:spcPts val="600"/>
              </a:spcAft>
              <a:buClr>
                <a:schemeClr val="tx2"/>
              </a:buClr>
              <a:buFont typeface="Arial" panose="020B0604020202020204" pitchFamily="34" charset="0"/>
              <a:buChar char="•"/>
            </a:pPr>
            <a:r>
              <a:rPr lang="en-GB" noProof="1"/>
              <a:t>Text level 3</a:t>
            </a:r>
          </a:p>
          <a:p>
            <a:pPr marL="357188" lvl="3" indent="-176213" algn="l" defTabSz="914377" rtl="0" eaLnBrk="1" latinLnBrk="0" hangingPunct="1">
              <a:lnSpc>
                <a:spcPct val="100000"/>
              </a:lnSpc>
              <a:spcBef>
                <a:spcPts val="0"/>
              </a:spcBef>
              <a:spcAft>
                <a:spcPts val="600"/>
              </a:spcAft>
              <a:buClr>
                <a:schemeClr val="tx2"/>
              </a:buClr>
              <a:buFont typeface="Renault Group" pitchFamily="2" charset="0"/>
              <a:buChar char="-"/>
            </a:pPr>
            <a:r>
              <a:rPr lang="en-GB" noProof="1"/>
              <a:t>Text level 4</a:t>
            </a:r>
          </a:p>
          <a:p>
            <a:pPr marL="539750" lvl="4"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5</a:t>
            </a:r>
          </a:p>
          <a:p>
            <a:pPr marL="714375" lvl="5"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6</a:t>
            </a:r>
          </a:p>
          <a:p>
            <a:pPr marL="896938" lvl="6"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7</a:t>
            </a:r>
          </a:p>
          <a:p>
            <a:pPr marL="1079500" lvl="7"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8</a:t>
            </a:r>
          </a:p>
          <a:p>
            <a:pPr marL="1254125" lvl="8"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9</a:t>
            </a:r>
          </a:p>
        </p:txBody>
      </p:sp>
      <p:sp>
        <p:nvSpPr>
          <p:cNvPr id="11" name="ZoneTexte 10">
            <a:extLst>
              <a:ext uri="{FF2B5EF4-FFF2-40B4-BE49-F238E27FC236}">
                <a16:creationId xmlns:a16="http://schemas.microsoft.com/office/drawing/2014/main" id="{5752CFE5-30E5-4E2E-B88B-9CF103BDC6C3}"/>
              </a:ext>
            </a:extLst>
          </p:cNvPr>
          <p:cNvSpPr txBox="1"/>
          <p:nvPr userDrawn="1"/>
        </p:nvSpPr>
        <p:spPr>
          <a:xfrm>
            <a:off x="10733088" y="6661574"/>
            <a:ext cx="1353312" cy="144000"/>
          </a:xfrm>
          <a:prstGeom prst="rect">
            <a:avLst/>
          </a:prstGeom>
          <a:noFill/>
          <a:ln w="6350">
            <a:solidFill>
              <a:schemeClr val="tx1"/>
            </a:solidFill>
          </a:ln>
        </p:spPr>
        <p:txBody>
          <a:bodyPr wrap="square" lIns="54000" tIns="0" rIns="0" bIns="0" rtlCol="0" anchor="ctr" anchorCtr="0">
            <a:noAutofit/>
          </a:bodyPr>
          <a:lstStyle/>
          <a:p>
            <a:pPr algn="l"/>
            <a:r>
              <a:rPr lang="fr-FR" sz="1000" b="0" i="0">
                <a:solidFill>
                  <a:schemeClr val="tx1"/>
                </a:solidFill>
                <a:latin typeface="Arial" panose="020B0604020202020204" pitchFamily="34" charset="0"/>
                <a:cs typeface="Arial" panose="020B0604020202020204" pitchFamily="34" charset="0"/>
              </a:rPr>
              <a:t>Renault</a:t>
            </a:r>
          </a:p>
        </p:txBody>
      </p:sp>
    </p:spTree>
    <p:extLst>
      <p:ext uri="{BB962C8B-B14F-4D97-AF65-F5344CB8AC3E}">
        <p14:creationId xmlns:p14="http://schemas.microsoft.com/office/powerpoint/2010/main" val="2996342458"/>
      </p:ext>
    </p:extLst>
  </p:cSld>
  <p:clrMapOvr>
    <a:masterClrMapping/>
  </p:clrMapOvr>
  <p:extLst>
    <p:ext uri="{DCECCB84-F9BA-43D5-87BE-67443E8EF086}">
      <p15:sldGuideLst xmlns:p15="http://schemas.microsoft.com/office/powerpoint/2012/main">
        <p15:guide id="1" pos="2950">
          <p15:clr>
            <a:srgbClr val="5ACBF0"/>
          </p15:clr>
        </p15:guide>
        <p15:guide id="2" pos="325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aph + Text">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A5E7ACA1-781D-D245-A615-1BA99DDADC2E}"/>
              </a:ext>
            </a:extLst>
          </p:cNvPr>
          <p:cNvSpPr>
            <a:spLocks noGrp="1"/>
          </p:cNvSpPr>
          <p:nvPr>
            <p:ph type="ftr" sz="quarter" idx="10"/>
          </p:nvPr>
        </p:nvSpPr>
        <p:spPr/>
        <p:txBody>
          <a:bodyPr/>
          <a:lstStyle/>
          <a:p>
            <a:r>
              <a:rPr lang="en-GB" noProof="1"/>
              <a:t>Presentation title</a:t>
            </a:r>
          </a:p>
        </p:txBody>
      </p:sp>
      <p:pic>
        <p:nvPicPr>
          <p:cNvPr id="4" name="Graphique 3">
            <a:extLst>
              <a:ext uri="{FF2B5EF4-FFF2-40B4-BE49-F238E27FC236}">
                <a16:creationId xmlns:a16="http://schemas.microsoft.com/office/drawing/2014/main" id="{742C5D36-EB7D-E341-A312-C09503CAD43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26849" y="259651"/>
            <a:ext cx="477225" cy="232747"/>
          </a:xfrm>
          <a:prstGeom prst="rect">
            <a:avLst/>
          </a:prstGeom>
        </p:spPr>
      </p:pic>
      <p:sp>
        <p:nvSpPr>
          <p:cNvPr id="6" name="Espace réservé du texte 5">
            <a:extLst>
              <a:ext uri="{FF2B5EF4-FFF2-40B4-BE49-F238E27FC236}">
                <a16:creationId xmlns:a16="http://schemas.microsoft.com/office/drawing/2014/main" id="{C6173BC7-F836-E64C-9918-06E253220070}"/>
              </a:ext>
            </a:extLst>
          </p:cNvPr>
          <p:cNvSpPr>
            <a:spLocks noGrp="1"/>
          </p:cNvSpPr>
          <p:nvPr>
            <p:ph type="body" sz="quarter" idx="11" hasCustomPrompt="1"/>
          </p:nvPr>
        </p:nvSpPr>
        <p:spPr>
          <a:xfrm>
            <a:off x="485775" y="266400"/>
            <a:ext cx="9359900" cy="298450"/>
          </a:xfrm>
          <a:prstGeom prst="rect">
            <a:avLst/>
          </a:prstGeom>
        </p:spPr>
        <p:txBody>
          <a:bodyPr lIns="0" tIns="0" rIns="0" bIns="0"/>
          <a:lstStyle>
            <a:lvl1pPr>
              <a:defRPr sz="2000" b="1" i="0">
                <a:latin typeface="+mj-lt"/>
              </a:defRPr>
            </a:lvl1pPr>
          </a:lstStyle>
          <a:p>
            <a:pPr lvl="0"/>
            <a:r>
              <a:rPr lang="en-GB" noProof="1"/>
              <a:t>Title</a:t>
            </a:r>
          </a:p>
        </p:txBody>
      </p:sp>
      <p:sp>
        <p:nvSpPr>
          <p:cNvPr id="8" name="Espace réservé du texte 15">
            <a:extLst>
              <a:ext uri="{FF2B5EF4-FFF2-40B4-BE49-F238E27FC236}">
                <a16:creationId xmlns:a16="http://schemas.microsoft.com/office/drawing/2014/main" id="{8AA58855-F4CB-4C81-ADF4-0A4537DD1427}"/>
              </a:ext>
            </a:extLst>
          </p:cNvPr>
          <p:cNvSpPr>
            <a:spLocks noGrp="1"/>
          </p:cNvSpPr>
          <p:nvPr>
            <p:ph type="body" sz="quarter" idx="26" hasCustomPrompt="1"/>
          </p:nvPr>
        </p:nvSpPr>
        <p:spPr>
          <a:xfrm>
            <a:off x="485776" y="885512"/>
            <a:ext cx="4197349" cy="266233"/>
          </a:xfrm>
          <a:prstGeom prst="rect">
            <a:avLst/>
          </a:prstGeom>
        </p:spPr>
        <p:txBody>
          <a:bodyPr lIns="0" tIns="0" rIns="0" bIns="0"/>
          <a:lstStyle>
            <a:lvl1pPr>
              <a:lnSpc>
                <a:spcPct val="100000"/>
              </a:lnSpc>
              <a:defRPr lang="fr-FR" sz="1050" b="1" i="0" kern="1200" dirty="0">
                <a:solidFill>
                  <a:schemeClr val="tx1"/>
                </a:solidFill>
                <a:latin typeface="+mn-lt"/>
                <a:ea typeface="+mn-ea"/>
                <a:cs typeface="+mn-cs"/>
              </a:defRPr>
            </a:lvl1pPr>
            <a:lvl2pPr>
              <a:buClr>
                <a:schemeClr val="accent1"/>
              </a:buClr>
              <a:defRPr/>
            </a:lvl2pPr>
            <a:lvl3pPr>
              <a:buClr>
                <a:schemeClr val="accent1"/>
              </a:buClr>
              <a:defRPr/>
            </a:lvl3pPr>
          </a:lstStyle>
          <a:p>
            <a:pPr lvl="0"/>
            <a:r>
              <a:rPr lang="en-GB" noProof="1"/>
              <a:t>Graph title</a:t>
            </a:r>
          </a:p>
        </p:txBody>
      </p:sp>
      <p:sp>
        <p:nvSpPr>
          <p:cNvPr id="9" name="Espace réservé du graphique 13">
            <a:extLst>
              <a:ext uri="{FF2B5EF4-FFF2-40B4-BE49-F238E27FC236}">
                <a16:creationId xmlns:a16="http://schemas.microsoft.com/office/drawing/2014/main" id="{C3325CD3-4E42-4158-B33B-E83651FCE5CB}"/>
              </a:ext>
            </a:extLst>
          </p:cNvPr>
          <p:cNvSpPr>
            <a:spLocks noGrp="1"/>
          </p:cNvSpPr>
          <p:nvPr>
            <p:ph type="chart" sz="quarter" idx="27" hasCustomPrompt="1"/>
          </p:nvPr>
        </p:nvSpPr>
        <p:spPr>
          <a:xfrm>
            <a:off x="485775" y="1156812"/>
            <a:ext cx="4197349" cy="2160000"/>
          </a:xfrm>
          <a:prstGeom prst="rect">
            <a:avLst/>
          </a:prstGeom>
          <a:solidFill>
            <a:schemeClr val="bg1">
              <a:lumMod val="95000"/>
            </a:schemeClr>
          </a:solidFill>
        </p:spPr>
        <p:txBody>
          <a:bodyPr anchor="ctr">
            <a:noAutofit/>
          </a:bodyPr>
          <a:lstStyle>
            <a:lvl1pPr algn="ctr">
              <a:defRPr b="0" i="0">
                <a:latin typeface="+mn-lt"/>
              </a:defRPr>
            </a:lvl1pPr>
          </a:lstStyle>
          <a:p>
            <a:r>
              <a:rPr lang="en-GB" noProof="1"/>
              <a:t>Graph</a:t>
            </a:r>
          </a:p>
        </p:txBody>
      </p:sp>
      <p:sp>
        <p:nvSpPr>
          <p:cNvPr id="12" name="Espace réservé du texte 15">
            <a:extLst>
              <a:ext uri="{FF2B5EF4-FFF2-40B4-BE49-F238E27FC236}">
                <a16:creationId xmlns:a16="http://schemas.microsoft.com/office/drawing/2014/main" id="{CEF1DF7B-58A1-4089-9150-D68F4BC0F686}"/>
              </a:ext>
            </a:extLst>
          </p:cNvPr>
          <p:cNvSpPr>
            <a:spLocks noGrp="1"/>
          </p:cNvSpPr>
          <p:nvPr>
            <p:ph type="body" sz="quarter" idx="28" hasCustomPrompt="1"/>
          </p:nvPr>
        </p:nvSpPr>
        <p:spPr>
          <a:xfrm>
            <a:off x="485524" y="3943308"/>
            <a:ext cx="4197600" cy="266400"/>
          </a:xfrm>
          <a:prstGeom prst="rect">
            <a:avLst/>
          </a:prstGeom>
        </p:spPr>
        <p:txBody>
          <a:bodyPr lIns="0" tIns="0" rIns="0" bIns="0"/>
          <a:lstStyle>
            <a:lvl1pPr>
              <a:lnSpc>
                <a:spcPct val="100000"/>
              </a:lnSpc>
              <a:defRPr lang="fr-FR" sz="1050" b="1" i="0" kern="1200" dirty="0">
                <a:solidFill>
                  <a:schemeClr val="tx1"/>
                </a:solidFill>
                <a:latin typeface="+mn-lt"/>
                <a:ea typeface="+mn-ea"/>
                <a:cs typeface="+mn-cs"/>
              </a:defRPr>
            </a:lvl1pPr>
            <a:lvl2pPr>
              <a:buClr>
                <a:schemeClr val="accent1"/>
              </a:buClr>
              <a:defRPr/>
            </a:lvl2pPr>
            <a:lvl3pPr>
              <a:buClr>
                <a:schemeClr val="accent1"/>
              </a:buClr>
              <a:defRPr/>
            </a:lvl3pPr>
          </a:lstStyle>
          <a:p>
            <a:pPr lvl="0"/>
            <a:r>
              <a:rPr lang="en-GB" noProof="1"/>
              <a:t>Graph title</a:t>
            </a:r>
          </a:p>
        </p:txBody>
      </p:sp>
      <p:sp>
        <p:nvSpPr>
          <p:cNvPr id="13" name="Espace réservé du graphique 13">
            <a:extLst>
              <a:ext uri="{FF2B5EF4-FFF2-40B4-BE49-F238E27FC236}">
                <a16:creationId xmlns:a16="http://schemas.microsoft.com/office/drawing/2014/main" id="{F77B3A83-4A1D-4283-98E9-D97650717CC2}"/>
              </a:ext>
            </a:extLst>
          </p:cNvPr>
          <p:cNvSpPr>
            <a:spLocks noGrp="1"/>
          </p:cNvSpPr>
          <p:nvPr>
            <p:ph type="chart" sz="quarter" idx="29" hasCustomPrompt="1"/>
          </p:nvPr>
        </p:nvSpPr>
        <p:spPr>
          <a:xfrm>
            <a:off x="485524" y="4209050"/>
            <a:ext cx="4197348" cy="2160000"/>
          </a:xfrm>
          <a:prstGeom prst="rect">
            <a:avLst/>
          </a:prstGeom>
          <a:solidFill>
            <a:schemeClr val="bg1">
              <a:lumMod val="95000"/>
            </a:schemeClr>
          </a:solidFill>
        </p:spPr>
        <p:txBody>
          <a:bodyPr anchor="ctr">
            <a:noAutofit/>
          </a:bodyPr>
          <a:lstStyle>
            <a:lvl1pPr marL="0" indent="0" algn="ctr" defTabSz="914377" rtl="0" eaLnBrk="1" latinLnBrk="0" hangingPunct="1">
              <a:lnSpc>
                <a:spcPct val="90000"/>
              </a:lnSpc>
              <a:spcBef>
                <a:spcPts val="0"/>
              </a:spcBef>
              <a:spcAft>
                <a:spcPts val="200"/>
              </a:spcAft>
              <a:buFont typeface="Arial" panose="020B0604020202020204" pitchFamily="34" charset="0"/>
              <a:buNone/>
              <a:defRPr lang="en-GB" sz="1400" b="0" i="0" kern="1200" noProof="1">
                <a:solidFill>
                  <a:schemeClr val="tx1"/>
                </a:solidFill>
                <a:latin typeface="+mn-lt"/>
                <a:ea typeface="+mn-ea"/>
                <a:cs typeface="+mn-cs"/>
              </a:defRPr>
            </a:lvl1pPr>
          </a:lstStyle>
          <a:p>
            <a:r>
              <a:rPr lang="en-GB" noProof="1"/>
              <a:t>Graph</a:t>
            </a:r>
          </a:p>
        </p:txBody>
      </p:sp>
      <p:sp>
        <p:nvSpPr>
          <p:cNvPr id="11" name="ZoneTexte 10">
            <a:extLst>
              <a:ext uri="{FF2B5EF4-FFF2-40B4-BE49-F238E27FC236}">
                <a16:creationId xmlns:a16="http://schemas.microsoft.com/office/drawing/2014/main" id="{2A7A8C72-7EDA-4E79-850D-21461B55F689}"/>
              </a:ext>
            </a:extLst>
          </p:cNvPr>
          <p:cNvSpPr txBox="1"/>
          <p:nvPr userDrawn="1"/>
        </p:nvSpPr>
        <p:spPr>
          <a:xfrm>
            <a:off x="10733088" y="6661574"/>
            <a:ext cx="1353312" cy="144000"/>
          </a:xfrm>
          <a:prstGeom prst="rect">
            <a:avLst/>
          </a:prstGeom>
          <a:noFill/>
          <a:ln w="6350">
            <a:solidFill>
              <a:schemeClr val="tx1"/>
            </a:solidFill>
          </a:ln>
        </p:spPr>
        <p:txBody>
          <a:bodyPr wrap="square" lIns="54000" tIns="0" rIns="0" bIns="0" rtlCol="0" anchor="ctr" anchorCtr="0">
            <a:noAutofit/>
          </a:bodyPr>
          <a:lstStyle/>
          <a:p>
            <a:pPr algn="l"/>
            <a:r>
              <a:rPr lang="fr-FR" sz="1000" b="0" i="0">
                <a:solidFill>
                  <a:schemeClr val="tx1"/>
                </a:solidFill>
                <a:latin typeface="Arial" panose="020B0604020202020204" pitchFamily="34" charset="0"/>
                <a:cs typeface="Arial" panose="020B0604020202020204" pitchFamily="34" charset="0"/>
              </a:rPr>
              <a:t>Renault</a:t>
            </a:r>
          </a:p>
        </p:txBody>
      </p:sp>
      <p:sp>
        <p:nvSpPr>
          <p:cNvPr id="16" name="Espace réservé du texte 9">
            <a:extLst>
              <a:ext uri="{FF2B5EF4-FFF2-40B4-BE49-F238E27FC236}">
                <a16:creationId xmlns:a16="http://schemas.microsoft.com/office/drawing/2014/main" id="{E1CFE268-E4AB-C344-BCA1-EFC2082F2BD3}"/>
              </a:ext>
            </a:extLst>
          </p:cNvPr>
          <p:cNvSpPr>
            <a:spLocks noGrp="1"/>
          </p:cNvSpPr>
          <p:nvPr>
            <p:ph type="body" sz="quarter" idx="15" hasCustomPrompt="1"/>
          </p:nvPr>
        </p:nvSpPr>
        <p:spPr>
          <a:xfrm>
            <a:off x="5168752" y="873125"/>
            <a:ext cx="6535321" cy="5495925"/>
          </a:xfrm>
          <a:prstGeom prst="rect">
            <a:avLst/>
          </a:prstGeom>
        </p:spPr>
        <p:txBody>
          <a:bodyPr lIns="0" tIns="0" rIns="0" bIns="0"/>
          <a:lstStyle>
            <a:lvl1pPr>
              <a:lnSpc>
                <a:spcPct val="100000"/>
              </a:lnSpc>
              <a:spcBef>
                <a:spcPts val="600"/>
              </a:spcBef>
              <a:spcAft>
                <a:spcPts val="600"/>
              </a:spcAft>
              <a:defRPr lang="en-GB" sz="1800" b="1" kern="1200" cap="all" baseline="0" noProof="1">
                <a:solidFill>
                  <a:schemeClr val="tx2"/>
                </a:solidFill>
                <a:latin typeface="Read" panose="020B0501020204020B04" pitchFamily="34" charset="0"/>
                <a:ea typeface="+mn-ea"/>
                <a:cs typeface="+mn-cs"/>
              </a:defRPr>
            </a:lvl1pPr>
            <a:lvl2pPr marL="0" indent="0">
              <a:lnSpc>
                <a:spcPct val="100000"/>
              </a:lnSpc>
              <a:spcBef>
                <a:spcPts val="0"/>
              </a:spcBef>
              <a:spcAft>
                <a:spcPts val="600"/>
              </a:spcAft>
              <a:buFontTx/>
              <a:buNone/>
              <a:defRPr lang="en-GB" sz="1400" b="0" i="0" kern="1200" noProof="1">
                <a:solidFill>
                  <a:schemeClr val="tx1"/>
                </a:solidFill>
                <a:latin typeface="+mn-lt"/>
                <a:ea typeface="+mn-ea"/>
                <a:cs typeface="+mn-cs"/>
              </a:defRPr>
            </a:lvl2pPr>
            <a:lvl3pPr marL="269875" indent="-182563">
              <a:lnSpc>
                <a:spcPct val="100000"/>
              </a:lnSpc>
              <a:spcBef>
                <a:spcPts val="0"/>
              </a:spcBef>
              <a:spcAft>
                <a:spcPts val="600"/>
              </a:spcAft>
              <a:buClr>
                <a:schemeClr val="tx2"/>
              </a:buClr>
              <a:buFont typeface="Arial" panose="020B0604020202020204" pitchFamily="34" charset="0"/>
              <a:buChar char="•"/>
              <a:defRPr lang="en-GB" sz="1400" b="0" i="0" kern="1200" noProof="1">
                <a:solidFill>
                  <a:schemeClr val="tx1"/>
                </a:solidFill>
                <a:latin typeface="+mn-lt"/>
                <a:ea typeface="+mn-ea"/>
                <a:cs typeface="+mn-cs"/>
              </a:defRPr>
            </a:lvl3pPr>
            <a:lvl4pPr marL="357188" indent="-176213">
              <a:lnSpc>
                <a:spcPct val="100000"/>
              </a:lnSpc>
              <a:spcBef>
                <a:spcPts val="0"/>
              </a:spcBef>
              <a:spcAft>
                <a:spcPts val="600"/>
              </a:spcAft>
              <a:buClr>
                <a:schemeClr val="tx2"/>
              </a:buClr>
              <a:buFont typeface="Renault Group" pitchFamily="2" charset="0"/>
              <a:buChar char="-"/>
              <a:defRPr lang="en-GB" sz="1400" b="0" i="0" kern="1200" noProof="1">
                <a:solidFill>
                  <a:schemeClr val="tx1"/>
                </a:solidFill>
                <a:latin typeface="+mn-lt"/>
                <a:ea typeface="+mn-ea"/>
                <a:cs typeface="+mn-cs"/>
              </a:defRPr>
            </a:lvl4pPr>
            <a:lvl5pPr marL="539750" indent="0">
              <a:lnSpc>
                <a:spcPct val="100000"/>
              </a:lnSpc>
              <a:spcBef>
                <a:spcPts val="0"/>
              </a:spcBef>
              <a:spcAft>
                <a:spcPts val="600"/>
              </a:spcAft>
              <a:defRPr lang="en-GB" sz="1400" b="0" i="0" kern="1200" noProof="1">
                <a:solidFill>
                  <a:schemeClr val="tx1"/>
                </a:solidFill>
                <a:latin typeface="+mn-lt"/>
                <a:ea typeface="+mn-ea"/>
                <a:cs typeface="+mn-cs"/>
              </a:defRPr>
            </a:lvl5pPr>
            <a:lvl6pPr marL="714375" indent="0">
              <a:lnSpc>
                <a:spcPct val="100000"/>
              </a:lnSpc>
              <a:spcBef>
                <a:spcPts val="0"/>
              </a:spcBef>
              <a:spcAft>
                <a:spcPts val="600"/>
              </a:spcAft>
              <a:buNone/>
              <a:defRPr lang="en-GB" sz="1400" b="0" i="0" kern="1200" noProof="1">
                <a:solidFill>
                  <a:schemeClr val="tx1"/>
                </a:solidFill>
                <a:latin typeface="+mn-lt"/>
                <a:ea typeface="+mn-ea"/>
                <a:cs typeface="+mn-cs"/>
              </a:defRPr>
            </a:lvl6pPr>
            <a:lvl7pPr marL="896938" indent="0">
              <a:lnSpc>
                <a:spcPct val="100000"/>
              </a:lnSpc>
              <a:spcBef>
                <a:spcPts val="0"/>
              </a:spcBef>
              <a:spcAft>
                <a:spcPts val="600"/>
              </a:spcAft>
              <a:buNone/>
              <a:defRPr lang="en-GB" sz="1400" b="0" i="0" kern="1200" noProof="1">
                <a:solidFill>
                  <a:schemeClr val="tx1"/>
                </a:solidFill>
                <a:latin typeface="+mn-lt"/>
                <a:ea typeface="+mn-ea"/>
                <a:cs typeface="+mn-cs"/>
              </a:defRPr>
            </a:lvl7pPr>
            <a:lvl8pPr marL="1079500" indent="0">
              <a:lnSpc>
                <a:spcPct val="100000"/>
              </a:lnSpc>
              <a:spcBef>
                <a:spcPts val="0"/>
              </a:spcBef>
              <a:spcAft>
                <a:spcPts val="600"/>
              </a:spcAft>
              <a:buNone/>
              <a:defRPr lang="en-GB" sz="1400" b="0" i="0" kern="1200" noProof="1">
                <a:solidFill>
                  <a:schemeClr val="tx1"/>
                </a:solidFill>
                <a:latin typeface="+mn-lt"/>
                <a:ea typeface="+mn-ea"/>
                <a:cs typeface="+mn-cs"/>
              </a:defRPr>
            </a:lvl8pPr>
            <a:lvl9pPr marL="1254125" indent="0">
              <a:lnSpc>
                <a:spcPct val="100000"/>
              </a:lnSpc>
              <a:spcBef>
                <a:spcPts val="0"/>
              </a:spcBef>
              <a:spcAft>
                <a:spcPts val="600"/>
              </a:spcAft>
              <a:buNone/>
              <a:defRPr lang="en-GB" sz="1400" b="0" i="0" kern="1200" noProof="1">
                <a:solidFill>
                  <a:schemeClr val="tx1"/>
                </a:solidFill>
                <a:latin typeface="+mn-lt"/>
                <a:ea typeface="+mn-ea"/>
                <a:cs typeface="+mn-cs"/>
              </a:defRPr>
            </a:lvl9pPr>
          </a:lstStyle>
          <a:p>
            <a:pPr lvl="0"/>
            <a:r>
              <a:rPr lang="en-GB" noProof="1"/>
              <a:t>Text level 1</a:t>
            </a:r>
          </a:p>
          <a:p>
            <a:pPr marL="0" lvl="1" indent="0" algn="l" defTabSz="914377" rtl="0" eaLnBrk="1" latinLnBrk="0" hangingPunct="1">
              <a:lnSpc>
                <a:spcPct val="100000"/>
              </a:lnSpc>
              <a:spcBef>
                <a:spcPts val="0"/>
              </a:spcBef>
              <a:spcAft>
                <a:spcPts val="600"/>
              </a:spcAft>
              <a:buClr>
                <a:schemeClr val="tx2"/>
              </a:buClr>
              <a:buFontTx/>
              <a:buNone/>
            </a:pPr>
            <a:r>
              <a:rPr lang="en-GB" noProof="1"/>
              <a:t>Text level 2</a:t>
            </a:r>
          </a:p>
          <a:p>
            <a:pPr marL="269875" lvl="2" indent="-182563" algn="l" defTabSz="914377" rtl="0" eaLnBrk="1" latinLnBrk="0" hangingPunct="1">
              <a:lnSpc>
                <a:spcPct val="100000"/>
              </a:lnSpc>
              <a:spcBef>
                <a:spcPts val="0"/>
              </a:spcBef>
              <a:spcAft>
                <a:spcPts val="600"/>
              </a:spcAft>
              <a:buClr>
                <a:schemeClr val="tx2"/>
              </a:buClr>
              <a:buFont typeface="Arial" panose="020B0604020202020204" pitchFamily="34" charset="0"/>
              <a:buChar char="•"/>
            </a:pPr>
            <a:r>
              <a:rPr lang="en-GB" noProof="1"/>
              <a:t>Text level 3</a:t>
            </a:r>
          </a:p>
          <a:p>
            <a:pPr marL="357188" lvl="3" indent="-176213" algn="l" defTabSz="914377" rtl="0" eaLnBrk="1" latinLnBrk="0" hangingPunct="1">
              <a:lnSpc>
                <a:spcPct val="100000"/>
              </a:lnSpc>
              <a:spcBef>
                <a:spcPts val="0"/>
              </a:spcBef>
              <a:spcAft>
                <a:spcPts val="600"/>
              </a:spcAft>
              <a:buClr>
                <a:schemeClr val="tx2"/>
              </a:buClr>
              <a:buFont typeface="Renault Group" pitchFamily="2" charset="0"/>
              <a:buChar char="-"/>
            </a:pPr>
            <a:r>
              <a:rPr lang="en-GB" noProof="1"/>
              <a:t>Text level 4</a:t>
            </a:r>
          </a:p>
          <a:p>
            <a:pPr marL="539750" lvl="4"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5</a:t>
            </a:r>
          </a:p>
          <a:p>
            <a:pPr marL="714375" lvl="5"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6</a:t>
            </a:r>
          </a:p>
          <a:p>
            <a:pPr marL="896938" lvl="6"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7</a:t>
            </a:r>
          </a:p>
          <a:p>
            <a:pPr marL="1079500" lvl="7"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8</a:t>
            </a:r>
          </a:p>
          <a:p>
            <a:pPr marL="1254125" lvl="8" indent="0" algn="l" defTabSz="914377" rtl="0" eaLnBrk="1" latinLnBrk="0" hangingPunct="1">
              <a:lnSpc>
                <a:spcPct val="100000"/>
              </a:lnSpc>
              <a:spcBef>
                <a:spcPts val="0"/>
              </a:spcBef>
              <a:spcAft>
                <a:spcPts val="600"/>
              </a:spcAft>
              <a:buFont typeface="Arial" panose="020B0604020202020204" pitchFamily="34" charset="0"/>
              <a:buNone/>
            </a:pPr>
            <a:r>
              <a:rPr lang="en-GB" noProof="1"/>
              <a:t>Text level 9</a:t>
            </a:r>
          </a:p>
        </p:txBody>
      </p:sp>
    </p:spTree>
    <p:extLst>
      <p:ext uri="{BB962C8B-B14F-4D97-AF65-F5344CB8AC3E}">
        <p14:creationId xmlns:p14="http://schemas.microsoft.com/office/powerpoint/2010/main" val="3547705447"/>
      </p:ext>
    </p:extLst>
  </p:cSld>
  <p:clrMapOvr>
    <a:masterClrMapping/>
  </p:clrMapOvr>
  <p:extLst>
    <p:ext uri="{DCECCB84-F9BA-43D5-87BE-67443E8EF086}">
      <p15:sldGuideLst xmlns:p15="http://schemas.microsoft.com/office/powerpoint/2012/main">
        <p15:guide id="1" pos="2950">
          <p15:clr>
            <a:srgbClr val="5ACBF0"/>
          </p15:clr>
        </p15:guide>
        <p15:guide id="2" pos="325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FF41FE2-A74C-32A6-D511-309AF088B3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A9691B2-8ACA-F7B8-27AA-F166FDCE5B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6D94BBB-4AB6-EA90-0751-43D18ED239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530D93-00BA-426E-B46C-4DF40C3BD9F2}" type="datetimeFigureOut">
              <a:rPr lang="es-ES" smtClean="0"/>
              <a:t>04/03/2026</a:t>
            </a:fld>
            <a:endParaRPr lang="es-ES"/>
          </a:p>
        </p:txBody>
      </p:sp>
      <p:sp>
        <p:nvSpPr>
          <p:cNvPr id="5" name="Marcador de pie de página 4">
            <a:extLst>
              <a:ext uri="{FF2B5EF4-FFF2-40B4-BE49-F238E27FC236}">
                <a16:creationId xmlns:a16="http://schemas.microsoft.com/office/drawing/2014/main" id="{91DA8B18-D15D-B75B-4C46-263085562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E74D4EAC-6556-E9EF-3302-484306BB6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8FF288-99C9-4492-97D8-3BAC74F1E1C7}" type="slidenum">
              <a:rPr lang="es-ES" smtClean="0"/>
              <a:t>‹#›</a:t>
            </a:fld>
            <a:endParaRPr lang="es-ES"/>
          </a:p>
        </p:txBody>
      </p:sp>
      <p:sp>
        <p:nvSpPr>
          <p:cNvPr id="8" name="CuadroTexto 7">
            <a:extLst>
              <a:ext uri="{FF2B5EF4-FFF2-40B4-BE49-F238E27FC236}">
                <a16:creationId xmlns:a16="http://schemas.microsoft.com/office/drawing/2014/main" id="{F471756A-3206-D347-9E9C-C2E9093B5D31}"/>
              </a:ext>
            </a:extLst>
          </p:cNvPr>
          <p:cNvSpPr txBox="1"/>
          <p:nvPr>
            <p:extLst>
              <p:ext uri="{1162E1C5-73C7-4A58-AE30-91384D911F3F}">
                <p184:classification xmlns:p184="http://schemas.microsoft.com/office/powerpoint/2018/4/main" val="ftr"/>
              </p:ext>
            </p:extLst>
          </p:nvPr>
        </p:nvSpPr>
        <p:spPr>
          <a:xfrm>
            <a:off x="11334750" y="6642100"/>
            <a:ext cx="828675" cy="152400"/>
          </a:xfrm>
          <a:prstGeom prst="rect">
            <a:avLst/>
          </a:prstGeom>
        </p:spPr>
        <p:txBody>
          <a:bodyPr horzOverflow="overflow" lIns="0" tIns="0" rIns="0" bIns="0">
            <a:spAutoFit/>
          </a:bodyPr>
          <a:lstStyle/>
          <a:p>
            <a:pPr algn="l"/>
            <a:r>
              <a:rPr lang="es-ES" sz="1000">
                <a:solidFill>
                  <a:srgbClr val="000000">
                    <a:alpha val="50000"/>
                  </a:srgbClr>
                </a:solidFill>
                <a:latin typeface="Arial" panose="020B0604020202020204" pitchFamily="34" charset="0"/>
                <a:cs typeface="Arial" panose="020B0604020202020204" pitchFamily="34" charset="0"/>
              </a:rPr>
              <a:t>Confidential C</a:t>
            </a:r>
          </a:p>
        </p:txBody>
      </p:sp>
    </p:spTree>
    <p:extLst>
      <p:ext uri="{BB962C8B-B14F-4D97-AF65-F5344CB8AC3E}">
        <p14:creationId xmlns:p14="http://schemas.microsoft.com/office/powerpoint/2010/main" val="3872432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443A21B-9F30-9040-8C99-152916A2887B}"/>
              </a:ext>
            </a:extLst>
          </p:cNvPr>
          <p:cNvSpPr>
            <a:spLocks noGrp="1"/>
          </p:cNvSpPr>
          <p:nvPr>
            <p:ph type="ctrTitle"/>
          </p:nvPr>
        </p:nvSpPr>
        <p:spPr/>
        <p:txBody>
          <a:bodyPr/>
          <a:lstStyle/>
          <a:p>
            <a:r>
              <a:rPr lang="es-ES"/>
              <a:t>CAN (</a:t>
            </a:r>
            <a:r>
              <a:rPr lang="es-ES" err="1"/>
              <a:t>Controller</a:t>
            </a:r>
            <a:r>
              <a:rPr lang="es-ES"/>
              <a:t> </a:t>
            </a:r>
            <a:r>
              <a:rPr lang="es-ES" err="1"/>
              <a:t>Area</a:t>
            </a:r>
            <a:r>
              <a:rPr lang="es-ES"/>
              <a:t> Network)</a:t>
            </a:r>
            <a:endParaRPr lang="en-GB"/>
          </a:p>
        </p:txBody>
      </p:sp>
      <p:sp>
        <p:nvSpPr>
          <p:cNvPr id="9" name="Sous-titre 8">
            <a:extLst>
              <a:ext uri="{FF2B5EF4-FFF2-40B4-BE49-F238E27FC236}">
                <a16:creationId xmlns:a16="http://schemas.microsoft.com/office/drawing/2014/main" id="{72E4CC8C-417C-8E4D-B589-CF51BFBB9A9D}"/>
              </a:ext>
            </a:extLst>
          </p:cNvPr>
          <p:cNvSpPr>
            <a:spLocks noGrp="1"/>
          </p:cNvSpPr>
          <p:nvPr>
            <p:ph type="subTitle" idx="1"/>
          </p:nvPr>
        </p:nvSpPr>
        <p:spPr/>
        <p:txBody>
          <a:bodyPr/>
          <a:lstStyle/>
          <a:p>
            <a:r>
              <a:rPr lang="en-GB"/>
              <a:t>Diego </a:t>
            </a:r>
            <a:r>
              <a:rPr lang="en-GB" err="1"/>
              <a:t>farto</a:t>
            </a:r>
            <a:r>
              <a:rPr lang="en-GB"/>
              <a:t> y Javier </a:t>
            </a:r>
            <a:r>
              <a:rPr lang="en-GB" err="1"/>
              <a:t>zataraín</a:t>
            </a:r>
            <a:endParaRPr lang="en-GB"/>
          </a:p>
        </p:txBody>
      </p:sp>
    </p:spTree>
    <p:extLst>
      <p:ext uri="{BB962C8B-B14F-4D97-AF65-F5344CB8AC3E}">
        <p14:creationId xmlns:p14="http://schemas.microsoft.com/office/powerpoint/2010/main" val="2819469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AC5C927-3554-32A1-14FE-42CDA31F9C39}"/>
              </a:ext>
            </a:extLst>
          </p:cNvPr>
          <p:cNvSpPr>
            <a:spLocks noGrp="1"/>
          </p:cNvSpPr>
          <p:nvPr>
            <p:ph type="ftr" sz="quarter" idx="10"/>
          </p:nvPr>
        </p:nvSpPr>
        <p:spPr/>
        <p:txBody>
          <a:bodyPr/>
          <a:lstStyle/>
          <a:p>
            <a:r>
              <a:rPr lang="es-ES" noProof="1"/>
              <a:t>CAN (Controller Area Network)</a:t>
            </a:r>
          </a:p>
        </p:txBody>
      </p:sp>
      <p:pic>
        <p:nvPicPr>
          <p:cNvPr id="9" name="Imagen 8">
            <a:extLst>
              <a:ext uri="{FF2B5EF4-FFF2-40B4-BE49-F238E27FC236}">
                <a16:creationId xmlns:a16="http://schemas.microsoft.com/office/drawing/2014/main" id="{A6D0502E-A340-3FFC-0876-19C183911071}"/>
              </a:ext>
            </a:extLst>
          </p:cNvPr>
          <p:cNvPicPr>
            <a:picLocks noChangeAspect="1"/>
          </p:cNvPicPr>
          <p:nvPr/>
        </p:nvPicPr>
        <p:blipFill>
          <a:blip r:embed="rId3"/>
          <a:stretch>
            <a:fillRect/>
          </a:stretch>
        </p:blipFill>
        <p:spPr>
          <a:xfrm>
            <a:off x="1376564" y="3616856"/>
            <a:ext cx="9438868" cy="2521411"/>
          </a:xfrm>
          <a:prstGeom prst="rect">
            <a:avLst/>
          </a:prstGeom>
        </p:spPr>
      </p:pic>
      <p:sp>
        <p:nvSpPr>
          <p:cNvPr id="7" name="Marcador de texto 2">
            <a:extLst>
              <a:ext uri="{FF2B5EF4-FFF2-40B4-BE49-F238E27FC236}">
                <a16:creationId xmlns:a16="http://schemas.microsoft.com/office/drawing/2014/main" id="{F37EEFFD-3BCE-4332-A660-18043F47170C}"/>
              </a:ext>
            </a:extLst>
          </p:cNvPr>
          <p:cNvSpPr txBox="1">
            <a:spLocks/>
          </p:cNvSpPr>
          <p:nvPr/>
        </p:nvSpPr>
        <p:spPr>
          <a:xfrm>
            <a:off x="611404" y="719733"/>
            <a:ext cx="10969189" cy="3189247"/>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s-ES"/>
              <a:t>CAN (</a:t>
            </a:r>
            <a:r>
              <a:rPr lang="es-ES" err="1"/>
              <a:t>Controller</a:t>
            </a:r>
            <a:r>
              <a:rPr lang="es-ES"/>
              <a:t> </a:t>
            </a:r>
            <a:r>
              <a:rPr lang="es-ES" err="1"/>
              <a:t>Area</a:t>
            </a:r>
            <a:r>
              <a:rPr lang="es-ES"/>
              <a:t> Network)</a:t>
            </a:r>
          </a:p>
          <a:p>
            <a:pPr marL="342900" indent="-342900">
              <a:lnSpc>
                <a:spcPct val="150000"/>
              </a:lnSpc>
              <a:buFont typeface="Arial" panose="020B0604020202020204" pitchFamily="34" charset="0"/>
              <a:buChar char="•"/>
            </a:pPr>
            <a:r>
              <a:rPr lang="es-ES" sz="1800" b="0"/>
              <a:t>Protocolo de comunicación serial confiable y eficiente.</a:t>
            </a:r>
          </a:p>
          <a:p>
            <a:pPr marL="342900" indent="-342900">
              <a:lnSpc>
                <a:spcPct val="150000"/>
              </a:lnSpc>
              <a:buFont typeface="Arial" panose="020B0604020202020204" pitchFamily="34" charset="0"/>
              <a:buChar char="•"/>
            </a:pPr>
            <a:r>
              <a:rPr lang="es-ES" sz="1800" b="0"/>
              <a:t>Desarrollado inicialmente para la industria automotriz. </a:t>
            </a:r>
          </a:p>
          <a:p>
            <a:pPr marL="342900" indent="-342900">
              <a:lnSpc>
                <a:spcPct val="150000"/>
              </a:lnSpc>
              <a:buFont typeface="Arial" panose="020B0604020202020204" pitchFamily="34" charset="0"/>
              <a:buChar char="•"/>
            </a:pPr>
            <a:r>
              <a:rPr lang="es-ES" sz="1800" b="0"/>
              <a:t>Alta tasa de actualización y alta precisión de datos.</a:t>
            </a:r>
          </a:p>
          <a:p>
            <a:pPr marL="342900" indent="-342900">
              <a:lnSpc>
                <a:spcPct val="150000"/>
              </a:lnSpc>
              <a:buFont typeface="Arial" panose="020B0604020202020204" pitchFamily="34" charset="0"/>
              <a:buChar char="•"/>
            </a:pPr>
            <a:r>
              <a:rPr lang="es-ES" sz="1800" b="0"/>
              <a:t>Estructura bus </a:t>
            </a:r>
            <a:r>
              <a:rPr lang="es-ES" sz="1800" b="0">
                <a:sym typeface="Wingdings" panose="05000000000000000000" pitchFamily="2" charset="2"/>
              </a:rPr>
              <a:t> canal de comunicación compartido</a:t>
            </a:r>
          </a:p>
          <a:p>
            <a:pPr marL="342900" indent="-342900">
              <a:lnSpc>
                <a:spcPct val="150000"/>
              </a:lnSpc>
              <a:buFont typeface="Arial" panose="020B0604020202020204" pitchFamily="34" charset="0"/>
              <a:buChar char="•"/>
            </a:pPr>
            <a:r>
              <a:rPr lang="es-ES" sz="1800" b="0"/>
              <a:t>Nodos con mismo nivel jerárquico </a:t>
            </a:r>
            <a:r>
              <a:rPr lang="es-ES" sz="1800" b="0">
                <a:sym typeface="Wingdings" panose="05000000000000000000" pitchFamily="2" charset="2"/>
              </a:rPr>
              <a:t></a:t>
            </a:r>
            <a:r>
              <a:rPr lang="es-ES" sz="1800" b="0"/>
              <a:t> </a:t>
            </a:r>
            <a:r>
              <a:rPr lang="es-ES" sz="1800" b="0" err="1"/>
              <a:t>ECUs</a:t>
            </a:r>
            <a:endParaRPr lang="es-ES" sz="1800" b="0"/>
          </a:p>
          <a:p>
            <a:pPr marL="342900" indent="-342900">
              <a:lnSpc>
                <a:spcPct val="150000"/>
              </a:lnSpc>
              <a:buFont typeface="Arial" panose="020B0604020202020204" pitchFamily="34" charset="0"/>
              <a:buChar char="•"/>
            </a:pPr>
            <a:r>
              <a:rPr lang="es-ES" sz="1800" b="0">
                <a:sym typeface="Wingdings" panose="05000000000000000000" pitchFamily="2" charset="2"/>
              </a:rPr>
              <a:t>Mensajes sin dirección concreta</a:t>
            </a:r>
            <a:endParaRPr lang="es-ES" sz="1800" b="0"/>
          </a:p>
        </p:txBody>
      </p:sp>
      <p:sp>
        <p:nvSpPr>
          <p:cNvPr id="4" name="Espace réservé du texte 51">
            <a:extLst>
              <a:ext uri="{FF2B5EF4-FFF2-40B4-BE49-F238E27FC236}">
                <a16:creationId xmlns:a16="http://schemas.microsoft.com/office/drawing/2014/main" id="{587DF351-5B73-D0F3-168E-0038702C6E3B}"/>
              </a:ext>
            </a:extLst>
          </p:cNvPr>
          <p:cNvSpPr txBox="1">
            <a:spLocks/>
          </p:cNvSpPr>
          <p:nvPr/>
        </p:nvSpPr>
        <p:spPr>
          <a:xfrm>
            <a:off x="4342802" y="404034"/>
            <a:ext cx="3506395" cy="298450"/>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s-ES" sz="2400"/>
              <a:t>INTRODUCCIÓN</a:t>
            </a:r>
          </a:p>
        </p:txBody>
      </p:sp>
      <p:sp>
        <p:nvSpPr>
          <p:cNvPr id="5" name="Rectángulo 4">
            <a:extLst>
              <a:ext uri="{FF2B5EF4-FFF2-40B4-BE49-F238E27FC236}">
                <a16:creationId xmlns:a16="http://schemas.microsoft.com/office/drawing/2014/main" id="{0D2CA7B0-E9CA-E849-48DD-122320F741A3}"/>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511022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0DE741F5-C396-4C1C-CAFE-4718BC1702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61" t="2911" r="4198" b="2870"/>
          <a:stretch/>
        </p:blipFill>
        <p:spPr bwMode="auto">
          <a:xfrm>
            <a:off x="7398110" y="1727457"/>
            <a:ext cx="3878574" cy="3403086"/>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pie de página 1">
            <a:extLst>
              <a:ext uri="{FF2B5EF4-FFF2-40B4-BE49-F238E27FC236}">
                <a16:creationId xmlns:a16="http://schemas.microsoft.com/office/drawing/2014/main" id="{9AC5C927-3554-32A1-14FE-42CDA31F9C39}"/>
              </a:ext>
            </a:extLst>
          </p:cNvPr>
          <p:cNvSpPr>
            <a:spLocks noGrp="1"/>
          </p:cNvSpPr>
          <p:nvPr>
            <p:ph type="ftr" sz="quarter" idx="10"/>
          </p:nvPr>
        </p:nvSpPr>
        <p:spPr/>
        <p:txBody>
          <a:bodyPr/>
          <a:lstStyle/>
          <a:p>
            <a:r>
              <a:rPr lang="es-ES" noProof="1"/>
              <a:t>CAN (Controller Area Network)</a:t>
            </a:r>
          </a:p>
        </p:txBody>
      </p:sp>
      <p:sp>
        <p:nvSpPr>
          <p:cNvPr id="7" name="Marcador de texto 2">
            <a:extLst>
              <a:ext uri="{FF2B5EF4-FFF2-40B4-BE49-F238E27FC236}">
                <a16:creationId xmlns:a16="http://schemas.microsoft.com/office/drawing/2014/main" id="{F37EEFFD-3BCE-4332-A660-18043F47170C}"/>
              </a:ext>
            </a:extLst>
          </p:cNvPr>
          <p:cNvSpPr txBox="1">
            <a:spLocks/>
          </p:cNvSpPr>
          <p:nvPr/>
        </p:nvSpPr>
        <p:spPr>
          <a:xfrm>
            <a:off x="915316" y="1416363"/>
            <a:ext cx="6095084" cy="4793838"/>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s-ES" sz="1800"/>
              <a:t>2 hilos </a:t>
            </a:r>
            <a:r>
              <a:rPr lang="es-ES" sz="1800" b="0">
                <a:sym typeface="Wingdings" panose="05000000000000000000" pitchFamily="2" charset="2"/>
              </a:rPr>
              <a:t> CAN L y CAN H</a:t>
            </a:r>
          </a:p>
          <a:p>
            <a:pPr marL="285750" indent="-285750">
              <a:lnSpc>
                <a:spcPct val="150000"/>
              </a:lnSpc>
              <a:buFont typeface="Arial" panose="020B0604020202020204" pitchFamily="34" charset="0"/>
              <a:buChar char="•"/>
            </a:pPr>
            <a:r>
              <a:rPr lang="es-ES" sz="1800" b="0">
                <a:sym typeface="Wingdings" panose="05000000000000000000" pitchFamily="2" charset="2"/>
              </a:rPr>
              <a:t>Hilos </a:t>
            </a:r>
            <a:r>
              <a:rPr lang="es-ES" sz="1800">
                <a:sym typeface="Wingdings" panose="05000000000000000000" pitchFamily="2" charset="2"/>
              </a:rPr>
              <a:t>trenzados</a:t>
            </a:r>
            <a:r>
              <a:rPr lang="es-ES" sz="1800" b="0">
                <a:sym typeface="Wingdings" panose="05000000000000000000" pitchFamily="2" charset="2"/>
              </a:rPr>
              <a:t>  evitar interferencias electromagnéticas. </a:t>
            </a:r>
          </a:p>
          <a:p>
            <a:pPr marL="285750" indent="-285750">
              <a:lnSpc>
                <a:spcPct val="150000"/>
              </a:lnSpc>
              <a:buFont typeface="Arial" panose="020B0604020202020204" pitchFamily="34" charset="0"/>
              <a:buChar char="•"/>
            </a:pPr>
            <a:r>
              <a:rPr lang="es-ES" sz="1800">
                <a:sym typeface="Wingdings" panose="05000000000000000000" pitchFamily="2" charset="2"/>
              </a:rPr>
              <a:t>R (120 </a:t>
            </a:r>
            <a:r>
              <a:rPr lang="es-ES" err="1">
                <a:sym typeface="Wingdings" panose="05000000000000000000" pitchFamily="2" charset="2"/>
              </a:rPr>
              <a:t>ohms</a:t>
            </a:r>
            <a:r>
              <a:rPr lang="es-ES" sz="1800">
                <a:sym typeface="Wingdings" panose="05000000000000000000" pitchFamily="2" charset="2"/>
              </a:rPr>
              <a:t>) </a:t>
            </a:r>
            <a:r>
              <a:rPr lang="es-ES" sz="1800" b="0">
                <a:sym typeface="Wingdings" panose="05000000000000000000" pitchFamily="2" charset="2"/>
              </a:rPr>
              <a:t> evitar reflejos de las señales.</a:t>
            </a:r>
          </a:p>
        </p:txBody>
      </p:sp>
      <p:sp>
        <p:nvSpPr>
          <p:cNvPr id="5" name="Rectángulo 4">
            <a:extLst>
              <a:ext uri="{FF2B5EF4-FFF2-40B4-BE49-F238E27FC236}">
                <a16:creationId xmlns:a16="http://schemas.microsoft.com/office/drawing/2014/main" id="{7CB333F0-35D0-94A5-A68E-94609961A92C}"/>
              </a:ext>
            </a:extLst>
          </p:cNvPr>
          <p:cNvSpPr/>
          <p:nvPr/>
        </p:nvSpPr>
        <p:spPr>
          <a:xfrm>
            <a:off x="8339138" y="3160889"/>
            <a:ext cx="601662" cy="227630"/>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Espace réservé du texte 51">
            <a:extLst>
              <a:ext uri="{FF2B5EF4-FFF2-40B4-BE49-F238E27FC236}">
                <a16:creationId xmlns:a16="http://schemas.microsoft.com/office/drawing/2014/main" id="{836B8277-D6AA-68B9-2E6B-9343A6C5A899}"/>
              </a:ext>
            </a:extLst>
          </p:cNvPr>
          <p:cNvSpPr txBox="1">
            <a:spLocks/>
          </p:cNvSpPr>
          <p:nvPr/>
        </p:nvSpPr>
        <p:spPr>
          <a:xfrm>
            <a:off x="4342802" y="404034"/>
            <a:ext cx="3506395" cy="298450"/>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s-ES" sz="2400"/>
              <a:t>NIVEL FÍSICO</a:t>
            </a:r>
          </a:p>
        </p:txBody>
      </p:sp>
      <p:pic>
        <p:nvPicPr>
          <p:cNvPr id="3" name="Picture 6" descr="CAN high / CAN low">
            <a:extLst>
              <a:ext uri="{FF2B5EF4-FFF2-40B4-BE49-F238E27FC236}">
                <a16:creationId xmlns:a16="http://schemas.microsoft.com/office/drawing/2014/main" id="{04C0AFF1-718C-A480-7FDE-49E0FE1BB2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095"/>
          <a:stretch/>
        </p:blipFill>
        <p:spPr bwMode="auto">
          <a:xfrm>
            <a:off x="915316" y="3429000"/>
            <a:ext cx="5526385" cy="2570274"/>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4FCE06-D44A-2B6C-CAF0-7E95B35FD5D0}"/>
              </a:ext>
            </a:extLst>
          </p:cNvPr>
          <p:cNvSpPr/>
          <p:nvPr/>
        </p:nvSpPr>
        <p:spPr>
          <a:xfrm>
            <a:off x="10180638" y="3002139"/>
            <a:ext cx="601662" cy="2276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93725E29-ECF3-3F32-FE1C-84391A99E95A}"/>
              </a:ext>
            </a:extLst>
          </p:cNvPr>
          <p:cNvSpPr/>
          <p:nvPr/>
        </p:nvSpPr>
        <p:spPr>
          <a:xfrm>
            <a:off x="9137649" y="3229769"/>
            <a:ext cx="106363" cy="97631"/>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651936ED-5857-235C-C2FE-71C7FA78C940}"/>
              </a:ext>
            </a:extLst>
          </p:cNvPr>
          <p:cNvSpPr/>
          <p:nvPr/>
        </p:nvSpPr>
        <p:spPr>
          <a:xfrm>
            <a:off x="9877426" y="3067138"/>
            <a:ext cx="106363" cy="9763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9F9252AF-4BDD-155F-6947-DB87E19EF20C}"/>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972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53" presetClass="entr" presetSubtype="16" fill="hold" nodeType="afterEffect">
                                  <p:stCondLst>
                                    <p:cond delay="0"/>
                                  </p:stCondLst>
                                  <p:childTnLst>
                                    <p:set>
                                      <p:cBhvr>
                                        <p:cTn id="9" dur="1" fill="hold">
                                          <p:stCondLst>
                                            <p:cond delay="0"/>
                                          </p:stCondLst>
                                        </p:cTn>
                                        <p:tgtEl>
                                          <p:spTgt spid="1028"/>
                                        </p:tgtEl>
                                        <p:attrNameLst>
                                          <p:attrName>style.visibility</p:attrName>
                                        </p:attrNameLst>
                                      </p:cBhvr>
                                      <p:to>
                                        <p:strVal val="visible"/>
                                      </p:to>
                                    </p:set>
                                    <p:anim calcmode="lin" valueType="num">
                                      <p:cBhvr>
                                        <p:cTn id="10" dur="500" fill="hold"/>
                                        <p:tgtEl>
                                          <p:spTgt spid="1028"/>
                                        </p:tgtEl>
                                        <p:attrNameLst>
                                          <p:attrName>ppt_w</p:attrName>
                                        </p:attrNameLst>
                                      </p:cBhvr>
                                      <p:tavLst>
                                        <p:tav tm="0">
                                          <p:val>
                                            <p:fltVal val="0"/>
                                          </p:val>
                                        </p:tav>
                                        <p:tav tm="100000">
                                          <p:val>
                                            <p:strVal val="#ppt_w"/>
                                          </p:val>
                                        </p:tav>
                                      </p:tavLst>
                                    </p:anim>
                                    <p:anim calcmode="lin" valueType="num">
                                      <p:cBhvr>
                                        <p:cTn id="11" dur="500" fill="hold"/>
                                        <p:tgtEl>
                                          <p:spTgt spid="1028"/>
                                        </p:tgtEl>
                                        <p:attrNameLst>
                                          <p:attrName>ppt_h</p:attrName>
                                        </p:attrNameLst>
                                      </p:cBhvr>
                                      <p:tavLst>
                                        <p:tav tm="0">
                                          <p:val>
                                            <p:fltVal val="0"/>
                                          </p:val>
                                        </p:tav>
                                        <p:tav tm="100000">
                                          <p:val>
                                            <p:strVal val="#ppt_h"/>
                                          </p:val>
                                        </p:tav>
                                      </p:tavLst>
                                    </p:anim>
                                    <p:animEffect transition="in" filter="fade">
                                      <p:cBhvr>
                                        <p:cTn id="12" dur="500"/>
                                        <p:tgtEl>
                                          <p:spTgt spid="1028"/>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6"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AC5C927-3554-32A1-14FE-42CDA31F9C39}"/>
              </a:ext>
            </a:extLst>
          </p:cNvPr>
          <p:cNvSpPr>
            <a:spLocks noGrp="1"/>
          </p:cNvSpPr>
          <p:nvPr>
            <p:ph type="ftr" sz="quarter" idx="10"/>
          </p:nvPr>
        </p:nvSpPr>
        <p:spPr/>
        <p:txBody>
          <a:bodyPr/>
          <a:lstStyle/>
          <a:p>
            <a:r>
              <a:rPr lang="es-ES" noProof="1"/>
              <a:t>CAN (Controller Area Network)</a:t>
            </a:r>
          </a:p>
        </p:txBody>
      </p:sp>
      <p:sp>
        <p:nvSpPr>
          <p:cNvPr id="5" name="Marcador de texto 2">
            <a:extLst>
              <a:ext uri="{FF2B5EF4-FFF2-40B4-BE49-F238E27FC236}">
                <a16:creationId xmlns:a16="http://schemas.microsoft.com/office/drawing/2014/main" id="{1254FC15-AE8B-2984-8249-F1EF1991B614}"/>
              </a:ext>
            </a:extLst>
          </p:cNvPr>
          <p:cNvSpPr txBox="1">
            <a:spLocks/>
          </p:cNvSpPr>
          <p:nvPr/>
        </p:nvSpPr>
        <p:spPr>
          <a:xfrm>
            <a:off x="723710" y="864000"/>
            <a:ext cx="4624718" cy="2421460"/>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s-ES"/>
              <a:t>Inicio de trama (SOF) </a:t>
            </a:r>
            <a:r>
              <a:rPr lang="es-ES">
                <a:sym typeface="Wingdings" panose="05000000000000000000" pitchFamily="2" charset="2"/>
              </a:rPr>
              <a:t>- </a:t>
            </a:r>
            <a:r>
              <a:rPr lang="es-ES" b="0">
                <a:sym typeface="Wingdings" panose="05000000000000000000" pitchFamily="2" charset="2"/>
              </a:rPr>
              <a:t>1 bit</a:t>
            </a:r>
            <a:endParaRPr lang="es-ES" b="0"/>
          </a:p>
          <a:p>
            <a:pPr marL="342900" indent="-342900">
              <a:lnSpc>
                <a:spcPct val="150000"/>
              </a:lnSpc>
              <a:buFont typeface="Arial" panose="020B0604020202020204" pitchFamily="34" charset="0"/>
              <a:buChar char="•"/>
            </a:pPr>
            <a:r>
              <a:rPr lang="es-ES"/>
              <a:t>ID – </a:t>
            </a:r>
            <a:r>
              <a:rPr lang="es-ES" b="0"/>
              <a:t>11 bits </a:t>
            </a:r>
            <a:r>
              <a:rPr lang="es-ES" b="0">
                <a:sym typeface="Wingdings" panose="05000000000000000000" pitchFamily="2" charset="2"/>
              </a:rPr>
              <a:t>(29 </a:t>
            </a:r>
            <a:r>
              <a:rPr lang="es-ES" b="0" err="1">
                <a:sym typeface="Wingdings" panose="05000000000000000000" pitchFamily="2" charset="2"/>
              </a:rPr>
              <a:t>for</a:t>
            </a:r>
            <a:r>
              <a:rPr lang="es-ES" b="0">
                <a:sym typeface="Wingdings" panose="05000000000000000000" pitchFamily="2" charset="2"/>
              </a:rPr>
              <a:t> extended CAN)</a:t>
            </a:r>
            <a:endParaRPr lang="es-ES" b="0"/>
          </a:p>
          <a:p>
            <a:pPr marL="342900" indent="-342900">
              <a:lnSpc>
                <a:spcPct val="150000"/>
              </a:lnSpc>
              <a:buFont typeface="Arial" panose="020B0604020202020204" pitchFamily="34" charset="0"/>
              <a:buChar char="•"/>
            </a:pPr>
            <a:r>
              <a:rPr lang="es-ES"/>
              <a:t>Petición de transmisión remota (RTR) – </a:t>
            </a:r>
            <a:r>
              <a:rPr lang="es-ES" b="0"/>
              <a:t>1 bit</a:t>
            </a:r>
          </a:p>
          <a:p>
            <a:pPr marL="342900" indent="-342900">
              <a:lnSpc>
                <a:spcPct val="150000"/>
              </a:lnSpc>
              <a:buFont typeface="Arial" panose="020B0604020202020204" pitchFamily="34" charset="0"/>
              <a:buChar char="•"/>
            </a:pPr>
            <a:r>
              <a:rPr lang="es-ES"/>
              <a:t>Control (Ext. Bit + DLC) – </a:t>
            </a:r>
            <a:r>
              <a:rPr lang="es-ES" b="0"/>
              <a:t>6 bits</a:t>
            </a:r>
          </a:p>
        </p:txBody>
      </p:sp>
      <p:sp>
        <p:nvSpPr>
          <p:cNvPr id="6" name="Marcador de texto 2">
            <a:extLst>
              <a:ext uri="{FF2B5EF4-FFF2-40B4-BE49-F238E27FC236}">
                <a16:creationId xmlns:a16="http://schemas.microsoft.com/office/drawing/2014/main" id="{CFC9FCB9-94B0-5204-6919-763B032A6584}"/>
              </a:ext>
            </a:extLst>
          </p:cNvPr>
          <p:cNvSpPr txBox="1">
            <a:spLocks/>
          </p:cNvSpPr>
          <p:nvPr/>
        </p:nvSpPr>
        <p:spPr>
          <a:xfrm>
            <a:off x="6528613" y="864000"/>
            <a:ext cx="5041595" cy="2047880"/>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s-ES"/>
              <a:t>Datos – </a:t>
            </a:r>
            <a:r>
              <a:rPr lang="es-ES" b="0"/>
              <a:t>64 bits (8 bytes)</a:t>
            </a:r>
          </a:p>
          <a:p>
            <a:pPr marL="342900" indent="-342900">
              <a:lnSpc>
                <a:spcPct val="150000"/>
              </a:lnSpc>
              <a:buFont typeface="Arial" panose="020B0604020202020204" pitchFamily="34" charset="0"/>
              <a:buChar char="•"/>
            </a:pPr>
            <a:r>
              <a:rPr lang="es-ES"/>
              <a:t>Verificación de redundancia cíclica (CRC) – </a:t>
            </a:r>
            <a:r>
              <a:rPr lang="es-ES" b="0"/>
              <a:t>15 + 1 bits</a:t>
            </a:r>
          </a:p>
          <a:p>
            <a:pPr marL="342900" indent="-342900">
              <a:lnSpc>
                <a:spcPct val="150000"/>
              </a:lnSpc>
              <a:buFont typeface="Arial" panose="020B0604020202020204" pitchFamily="34" charset="0"/>
              <a:buChar char="•"/>
            </a:pPr>
            <a:r>
              <a:rPr lang="es-ES"/>
              <a:t>Confirmación ACK – </a:t>
            </a:r>
            <a:r>
              <a:rPr lang="es-ES" b="0"/>
              <a:t>2 bits</a:t>
            </a:r>
          </a:p>
          <a:p>
            <a:pPr marL="342900" indent="-342900">
              <a:lnSpc>
                <a:spcPct val="150000"/>
              </a:lnSpc>
              <a:buFont typeface="Arial" panose="020B0604020202020204" pitchFamily="34" charset="0"/>
              <a:buChar char="•"/>
            </a:pPr>
            <a:r>
              <a:rPr lang="es-ES"/>
              <a:t>Fin de trama (EOF) – </a:t>
            </a:r>
            <a:r>
              <a:rPr lang="es-ES" b="0"/>
              <a:t>7 bits</a:t>
            </a:r>
          </a:p>
        </p:txBody>
      </p:sp>
      <p:sp>
        <p:nvSpPr>
          <p:cNvPr id="8" name="Espace réservé du texte 51">
            <a:extLst>
              <a:ext uri="{FF2B5EF4-FFF2-40B4-BE49-F238E27FC236}">
                <a16:creationId xmlns:a16="http://schemas.microsoft.com/office/drawing/2014/main" id="{24B895DB-35D8-7540-9192-F972DAB1C264}"/>
              </a:ext>
            </a:extLst>
          </p:cNvPr>
          <p:cNvSpPr txBox="1">
            <a:spLocks/>
          </p:cNvSpPr>
          <p:nvPr/>
        </p:nvSpPr>
        <p:spPr>
          <a:xfrm>
            <a:off x="1722119" y="378760"/>
            <a:ext cx="8747760" cy="298450"/>
          </a:xfrm>
          <a:prstGeom prst="rect">
            <a:avLst/>
          </a:prstGeom>
        </p:spPr>
        <p:txBody>
          <a:bodyPr lIns="0" tIns="0" rIns="0" bIns="0"/>
          <a:lstStyle>
            <a:lvl1pPr marL="0" indent="0" algn="l" defTabSz="914377" rtl="0" eaLnBrk="1" latinLnBrk="0" hangingPunct="1">
              <a:lnSpc>
                <a:spcPct val="90000"/>
              </a:lnSpc>
              <a:spcBef>
                <a:spcPts val="0"/>
              </a:spcBef>
              <a:spcAft>
                <a:spcPts val="200"/>
              </a:spcAft>
              <a:buFont typeface="Arial" panose="020B0604020202020204" pitchFamily="34" charset="0"/>
              <a:buNone/>
              <a:defRPr sz="2000" b="1" i="0" kern="1200">
                <a:solidFill>
                  <a:schemeClr val="tx1"/>
                </a:solidFill>
                <a:latin typeface="+mj-lt"/>
                <a:ea typeface="+mn-ea"/>
                <a:cs typeface="+mn-cs"/>
              </a:defRPr>
            </a:lvl1pPr>
            <a:lvl2pPr marL="126000" indent="-126000" algn="l" defTabSz="914377" rtl="0" eaLnBrk="1" latinLnBrk="0" hangingPunct="1">
              <a:lnSpc>
                <a:spcPct val="90000"/>
              </a:lnSpc>
              <a:spcBef>
                <a:spcPts val="0"/>
              </a:spcBef>
              <a:spcAft>
                <a:spcPts val="200"/>
              </a:spcAft>
              <a:buClr>
                <a:schemeClr val="tx2"/>
              </a:buClr>
              <a:buFont typeface="Wingdings" panose="05000000000000000000" pitchFamily="2" charset="2"/>
              <a:buChar char=""/>
              <a:defRPr sz="1400" kern="1200">
                <a:solidFill>
                  <a:schemeClr val="tx1"/>
                </a:solidFill>
                <a:latin typeface="Renault Group Light" pitchFamily="2" charset="0"/>
                <a:ea typeface="+mn-ea"/>
                <a:cs typeface="+mn-cs"/>
              </a:defRPr>
            </a:lvl2pPr>
            <a:lvl3pPr marL="306000" indent="-180000" algn="l" defTabSz="914377" rtl="0" eaLnBrk="1" latinLnBrk="0" hangingPunct="1">
              <a:lnSpc>
                <a:spcPct val="90000"/>
              </a:lnSpc>
              <a:spcBef>
                <a:spcPts val="0"/>
              </a:spcBef>
              <a:spcAft>
                <a:spcPts val="200"/>
              </a:spcAft>
              <a:buClr>
                <a:schemeClr val="tx2"/>
              </a:buClr>
              <a:buFont typeface="Renault Group" pitchFamily="2" charset="0"/>
              <a:buChar char="—"/>
              <a:defRPr sz="1400" kern="1200">
                <a:solidFill>
                  <a:schemeClr val="tx1"/>
                </a:solidFill>
                <a:latin typeface="Renault Group Light" pitchFamily="2" charset="0"/>
                <a:ea typeface="+mn-ea"/>
                <a:cs typeface="+mn-cs"/>
              </a:defRPr>
            </a:lvl3pPr>
            <a:lvl4pPr marL="0" indent="0" algn="l" defTabSz="914377" rtl="0" eaLnBrk="1" latinLnBrk="0" hangingPunct="1">
              <a:lnSpc>
                <a:spcPct val="90000"/>
              </a:lnSpc>
              <a:spcBef>
                <a:spcPts val="0"/>
              </a:spcBef>
              <a:spcAft>
                <a:spcPts val="600"/>
              </a:spcAft>
              <a:buFont typeface="Arial" panose="020B0604020202020204" pitchFamily="34" charset="0"/>
              <a:buNone/>
              <a:defRPr sz="2000" b="0" kern="1200">
                <a:solidFill>
                  <a:schemeClr val="tx2"/>
                </a:solidFill>
                <a:latin typeface="Renault Group Semibold" pitchFamily="2" charset="0"/>
                <a:ea typeface="+mn-ea"/>
                <a:cs typeface="+mn-cs"/>
              </a:defRPr>
            </a:lvl4pPr>
            <a:lvl5pPr marL="1828754" indent="0" algn="l" defTabSz="914377" rtl="0" eaLnBrk="1" latinLnBrk="0" hangingPunct="1">
              <a:lnSpc>
                <a:spcPct val="90000"/>
              </a:lnSpc>
              <a:spcBef>
                <a:spcPts val="0"/>
              </a:spcBef>
              <a:buFont typeface="Arial" panose="020B0604020202020204" pitchFamily="34" charset="0"/>
              <a:buNone/>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s-ES" sz="2400"/>
              <a:t>ESTRUCTURA DE LAS TRAMAS CAN ESTÁNDAR</a:t>
            </a:r>
          </a:p>
        </p:txBody>
      </p:sp>
      <p:pic>
        <p:nvPicPr>
          <p:cNvPr id="9" name="Picture 2" descr="Bus CAN - Wikipedia, la enciclopedia libre">
            <a:extLst>
              <a:ext uri="{FF2B5EF4-FFF2-40B4-BE49-F238E27FC236}">
                <a16:creationId xmlns:a16="http://schemas.microsoft.com/office/drawing/2014/main" id="{FEBB4B1F-747F-FE69-D70F-17F7B87F5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21" y="3336260"/>
            <a:ext cx="11834157" cy="2987749"/>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DC2F573E-73BF-F339-4F9E-25769BE1A50D}"/>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0719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fade">
                                      <p:cBhvr>
                                        <p:cTn id="27" dur="500"/>
                                        <p:tgtEl>
                                          <p:spTgt spid="6">
                                            <p:txEl>
                                              <p:pRg st="1" end="1"/>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fade">
                                      <p:cBhvr>
                                        <p:cTn id="31" dur="500"/>
                                        <p:tgtEl>
                                          <p:spTgt spid="6">
                                            <p:txEl>
                                              <p:pRg st="2" end="2"/>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500"/>
                                        <p:tgtEl>
                                          <p:spTgt spid="6">
                                            <p:txEl>
                                              <p:pRg st="3" end="3"/>
                                            </p:txEl>
                                          </p:spTgt>
                                        </p:tgtEl>
                                      </p:cBhvr>
                                    </p:animEffect>
                                  </p:childTnLst>
                                </p:cTn>
                              </p:par>
                            </p:childTnLst>
                          </p:cTn>
                        </p:par>
                        <p:par>
                          <p:cTn id="36" fill="hold">
                            <p:stCondLst>
                              <p:cond delay="4000"/>
                            </p:stCondLst>
                            <p:childTnLst>
                              <p:par>
                                <p:cTn id="37" presetID="1" presetClass="entr" presetSubtype="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9" presetClass="emph" presetSubtype="0" fill="hold" nodeType="withEffect">
                                  <p:stCondLst>
                                    <p:cond delay="0"/>
                                  </p:stCondLst>
                                  <p:childTnLst>
                                    <p:animClr clrSpc="rgb" dir="cw">
                                      <p:cBhvr override="childStyle">
                                        <p:cTn id="40" dur="1000" fill="hold"/>
                                        <p:tgtEl>
                                          <p:spTgt spid="6">
                                            <p:txEl>
                                              <p:pRg st="0" end="0"/>
                                            </p:txEl>
                                          </p:spTgt>
                                        </p:tgtEl>
                                        <p:attrNameLst>
                                          <p:attrName>style.color</p:attrName>
                                        </p:attrNameLst>
                                      </p:cBhvr>
                                      <p:to>
                                        <a:srgbClr val="FF3300"/>
                                      </p:to>
                                    </p:animClr>
                                    <p:animClr clrSpc="rgb" dir="cw">
                                      <p:cBhvr>
                                        <p:cTn id="41" dur="1000" fill="hold"/>
                                        <p:tgtEl>
                                          <p:spTgt spid="6">
                                            <p:txEl>
                                              <p:pRg st="0" end="0"/>
                                            </p:txEl>
                                          </p:spTgt>
                                        </p:tgtEl>
                                        <p:attrNameLst>
                                          <p:attrName>fillcolor</p:attrName>
                                        </p:attrNameLst>
                                      </p:cBhvr>
                                      <p:to>
                                        <a:srgbClr val="FF3300"/>
                                      </p:to>
                                    </p:animClr>
                                    <p:set>
                                      <p:cBhvr>
                                        <p:cTn id="42" dur="1000" fill="hold"/>
                                        <p:tgtEl>
                                          <p:spTgt spid="6">
                                            <p:txEl>
                                              <p:pRg st="0" end="0"/>
                                            </p:txEl>
                                          </p:spTgt>
                                        </p:tgtEl>
                                        <p:attrNameLst>
                                          <p:attrName>fill.type</p:attrName>
                                        </p:attrNameLst>
                                      </p:cBhvr>
                                      <p:to>
                                        <p:strVal val="solid"/>
                                      </p:to>
                                    </p:set>
                                    <p:set>
                                      <p:cBhvr>
                                        <p:cTn id="43" dur="1000" fill="hold"/>
                                        <p:tgtEl>
                                          <p:spTgt spid="6">
                                            <p:txEl>
                                              <p:pRg st="0" end="0"/>
                                            </p:txEl>
                                          </p:spTgt>
                                        </p:tgtEl>
                                        <p:attrNameLst>
                                          <p:attrName>fill.on</p:attrName>
                                        </p:attrNameLst>
                                      </p:cBhvr>
                                      <p:to>
                                        <p:strVal val="true"/>
                                      </p:to>
                                    </p:set>
                                  </p:childTnLst>
                                  <p:subTnLst>
                                    <p:animClr clrSpc="rgb" dir="cw">
                                      <p:cBhvr override="childStyle">
                                        <p:cTn dur="1" fill="hold" display="0" masterRel="nextClick" afterEffect="1"/>
                                        <p:tgtEl>
                                          <p:spTgt spid="6">
                                            <p:txEl>
                                              <p:pRg st="0" end="0"/>
                                            </p:txEl>
                                          </p:spTgt>
                                        </p:tgtEl>
                                        <p:attrNameLst>
                                          <p:attrName>ppt_c</p:attrName>
                                        </p:attrNameLst>
                                      </p:cBhvr>
                                      <p:to>
                                        <a:srgbClr val="FF3300"/>
                                      </p:to>
                                    </p:animClr>
                                  </p:subTnLst>
                                </p:cTn>
                              </p:par>
                            </p:childTnLst>
                          </p:cTn>
                        </p:par>
                        <p:par>
                          <p:cTn id="44" fill="hold">
                            <p:stCondLst>
                              <p:cond delay="5000"/>
                            </p:stCondLst>
                            <p:childTnLst>
                              <p:par>
                                <p:cTn id="45" presetID="19" presetClass="emph" presetSubtype="0" fill="hold" nodeType="afterEffect">
                                  <p:stCondLst>
                                    <p:cond delay="0"/>
                                  </p:stCondLst>
                                  <p:childTnLst>
                                    <p:animClr clrSpc="rgb" dir="cw">
                                      <p:cBhvr override="childStyle">
                                        <p:cTn id="46" dur="1000" fill="hold"/>
                                        <p:tgtEl>
                                          <p:spTgt spid="5">
                                            <p:txEl>
                                              <p:pRg st="1" end="1"/>
                                            </p:txEl>
                                          </p:spTgt>
                                        </p:tgtEl>
                                        <p:attrNameLst>
                                          <p:attrName>style.color</p:attrName>
                                        </p:attrNameLst>
                                      </p:cBhvr>
                                      <p:to>
                                        <a:srgbClr val="1DFF2D"/>
                                      </p:to>
                                    </p:animClr>
                                    <p:animClr clrSpc="rgb" dir="cw">
                                      <p:cBhvr>
                                        <p:cTn id="47" dur="1000" fill="hold"/>
                                        <p:tgtEl>
                                          <p:spTgt spid="5">
                                            <p:txEl>
                                              <p:pRg st="1" end="1"/>
                                            </p:txEl>
                                          </p:spTgt>
                                        </p:tgtEl>
                                        <p:attrNameLst>
                                          <p:attrName>fillcolor</p:attrName>
                                        </p:attrNameLst>
                                      </p:cBhvr>
                                      <p:to>
                                        <a:srgbClr val="1DFF2D"/>
                                      </p:to>
                                    </p:animClr>
                                    <p:set>
                                      <p:cBhvr>
                                        <p:cTn id="48" dur="1000" fill="hold"/>
                                        <p:tgtEl>
                                          <p:spTgt spid="5">
                                            <p:txEl>
                                              <p:pRg st="1" end="1"/>
                                            </p:txEl>
                                          </p:spTgt>
                                        </p:tgtEl>
                                        <p:attrNameLst>
                                          <p:attrName>fill.type</p:attrName>
                                        </p:attrNameLst>
                                      </p:cBhvr>
                                      <p:to>
                                        <p:strVal val="solid"/>
                                      </p:to>
                                    </p:set>
                                    <p:set>
                                      <p:cBhvr>
                                        <p:cTn id="49" dur="1000" fill="hold"/>
                                        <p:tgtEl>
                                          <p:spTgt spid="5">
                                            <p:txEl>
                                              <p:pRg st="1" end="1"/>
                                            </p:txEl>
                                          </p:spTgt>
                                        </p:tgtEl>
                                        <p:attrNameLst>
                                          <p:attrName>fill.on</p:attrName>
                                        </p:attrNameLst>
                                      </p:cBhvr>
                                      <p:to>
                                        <p:strVal val="true"/>
                                      </p:to>
                                    </p:set>
                                  </p:childTnLst>
                                  <p:subTnLst>
                                    <p:animClr clrSpc="rgb" dir="cw">
                                      <p:cBhvr override="childStyle">
                                        <p:cTn dur="1" fill="hold" display="0" masterRel="nextClick" afterEffect="1"/>
                                        <p:tgtEl>
                                          <p:spTgt spid="5">
                                            <p:txEl>
                                              <p:pRg st="1" end="1"/>
                                            </p:txEl>
                                          </p:spTgt>
                                        </p:tgtEl>
                                        <p:attrNameLst>
                                          <p:attrName>ppt_c</p:attrName>
                                        </p:attrNameLst>
                                      </p:cBhvr>
                                      <p:to>
                                        <a:srgbClr val="1DFF2D"/>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P spid="6"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AC5C927-3554-32A1-14FE-42CDA31F9C39}"/>
              </a:ext>
            </a:extLst>
          </p:cNvPr>
          <p:cNvSpPr>
            <a:spLocks noGrp="1"/>
          </p:cNvSpPr>
          <p:nvPr>
            <p:ph type="ftr" sz="quarter" idx="10"/>
          </p:nvPr>
        </p:nvSpPr>
        <p:spPr/>
        <p:txBody>
          <a:bodyPr/>
          <a:lstStyle/>
          <a:p>
            <a:r>
              <a:rPr lang="es-ES" noProof="1"/>
              <a:t>CAN (Controller Area Network)</a:t>
            </a:r>
          </a:p>
        </p:txBody>
      </p:sp>
      <p:sp>
        <p:nvSpPr>
          <p:cNvPr id="3" name="Marcador de texto 2">
            <a:extLst>
              <a:ext uri="{FF2B5EF4-FFF2-40B4-BE49-F238E27FC236}">
                <a16:creationId xmlns:a16="http://schemas.microsoft.com/office/drawing/2014/main" id="{7AA9A0BC-8217-003A-522D-71133CCBD603}"/>
              </a:ext>
            </a:extLst>
          </p:cNvPr>
          <p:cNvSpPr>
            <a:spLocks noGrp="1"/>
          </p:cNvSpPr>
          <p:nvPr>
            <p:ph type="body" sz="quarter" idx="11"/>
          </p:nvPr>
        </p:nvSpPr>
        <p:spPr/>
        <p:txBody>
          <a:bodyPr/>
          <a:lstStyle/>
          <a:p>
            <a:r>
              <a:rPr lang="es-ES"/>
              <a:t>Encapsulación de las Tramas CAN</a:t>
            </a:r>
          </a:p>
        </p:txBody>
      </p:sp>
      <p:pic>
        <p:nvPicPr>
          <p:cNvPr id="14" name="Imagen 13">
            <a:extLst>
              <a:ext uri="{FF2B5EF4-FFF2-40B4-BE49-F238E27FC236}">
                <a16:creationId xmlns:a16="http://schemas.microsoft.com/office/drawing/2014/main" id="{1D546928-497B-3E8A-1954-4DAD8B7DC949}"/>
              </a:ext>
            </a:extLst>
          </p:cNvPr>
          <p:cNvPicPr>
            <a:picLocks noChangeAspect="1"/>
          </p:cNvPicPr>
          <p:nvPr/>
        </p:nvPicPr>
        <p:blipFill>
          <a:blip r:embed="rId3"/>
          <a:stretch>
            <a:fillRect/>
          </a:stretch>
        </p:blipFill>
        <p:spPr>
          <a:xfrm>
            <a:off x="920648" y="687967"/>
            <a:ext cx="10350703" cy="5791666"/>
          </a:xfrm>
          <a:prstGeom prst="rect">
            <a:avLst/>
          </a:prstGeom>
        </p:spPr>
      </p:pic>
      <p:sp>
        <p:nvSpPr>
          <p:cNvPr id="5" name="Rectángulo 4">
            <a:extLst>
              <a:ext uri="{FF2B5EF4-FFF2-40B4-BE49-F238E27FC236}">
                <a16:creationId xmlns:a16="http://schemas.microsoft.com/office/drawing/2014/main" id="{E07CC761-BB0F-1CCF-75D7-A0749A417781}"/>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21150D95-5835-6729-9FE8-EC1E8F6CA3EE}"/>
              </a:ext>
            </a:extLst>
          </p:cNvPr>
          <p:cNvSpPr/>
          <p:nvPr/>
        </p:nvSpPr>
        <p:spPr>
          <a:xfrm>
            <a:off x="1112139" y="1188720"/>
            <a:ext cx="1654874" cy="314959"/>
          </a:xfrm>
          <a:prstGeom prst="rect">
            <a:avLst/>
          </a:prstGeom>
          <a:solidFill>
            <a:srgbClr val="47D45A">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86C0B125-4809-B223-38D6-53E3DBC022F5}"/>
              </a:ext>
            </a:extLst>
          </p:cNvPr>
          <p:cNvSpPr/>
          <p:nvPr/>
        </p:nvSpPr>
        <p:spPr>
          <a:xfrm>
            <a:off x="1112138" y="3289300"/>
            <a:ext cx="9784461" cy="232833"/>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94AAD06F-EFBA-0793-04D9-D84D9F8DACD2}"/>
              </a:ext>
            </a:extLst>
          </p:cNvPr>
          <p:cNvSpPr/>
          <p:nvPr/>
        </p:nvSpPr>
        <p:spPr>
          <a:xfrm>
            <a:off x="1112137" y="5643879"/>
            <a:ext cx="9784461" cy="232833"/>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53129A4D-C579-BC8B-2BC2-590C86BD35DC}"/>
              </a:ext>
            </a:extLst>
          </p:cNvPr>
          <p:cNvSpPr/>
          <p:nvPr/>
        </p:nvSpPr>
        <p:spPr>
          <a:xfrm>
            <a:off x="1152524" y="2476502"/>
            <a:ext cx="1243543" cy="522288"/>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Conector recto 11">
            <a:extLst>
              <a:ext uri="{FF2B5EF4-FFF2-40B4-BE49-F238E27FC236}">
                <a16:creationId xmlns:a16="http://schemas.microsoft.com/office/drawing/2014/main" id="{BB66F03D-8167-7960-7262-DA8E17E74C35}"/>
              </a:ext>
            </a:extLst>
          </p:cNvPr>
          <p:cNvCxnSpPr>
            <a:cxnSpLocks/>
          </p:cNvCxnSpPr>
          <p:nvPr/>
        </p:nvCxnSpPr>
        <p:spPr>
          <a:xfrm>
            <a:off x="5314950" y="3522133"/>
            <a:ext cx="657669" cy="0"/>
          </a:xfrm>
          <a:prstGeom prst="line">
            <a:avLst/>
          </a:prstGeom>
          <a:ln w="76200"/>
        </p:spPr>
        <p:style>
          <a:lnRef idx="3">
            <a:schemeClr val="accent6"/>
          </a:lnRef>
          <a:fillRef idx="0">
            <a:schemeClr val="accent6"/>
          </a:fillRef>
          <a:effectRef idx="2">
            <a:schemeClr val="accent6"/>
          </a:effectRef>
          <a:fontRef idx="minor">
            <a:schemeClr val="tx1"/>
          </a:fontRef>
        </p:style>
      </p:cxnSp>
      <p:cxnSp>
        <p:nvCxnSpPr>
          <p:cNvPr id="13" name="Conector recto 12">
            <a:extLst>
              <a:ext uri="{FF2B5EF4-FFF2-40B4-BE49-F238E27FC236}">
                <a16:creationId xmlns:a16="http://schemas.microsoft.com/office/drawing/2014/main" id="{35C81441-3317-F1E7-94AF-99A41F4E03CD}"/>
              </a:ext>
            </a:extLst>
          </p:cNvPr>
          <p:cNvCxnSpPr>
            <a:cxnSpLocks/>
          </p:cNvCxnSpPr>
          <p:nvPr/>
        </p:nvCxnSpPr>
        <p:spPr>
          <a:xfrm>
            <a:off x="6953250" y="3522133"/>
            <a:ext cx="657669" cy="0"/>
          </a:xfrm>
          <a:prstGeom prst="line">
            <a:avLst/>
          </a:prstGeom>
          <a:ln w="76200"/>
        </p:spPr>
        <p:style>
          <a:lnRef idx="3">
            <a:schemeClr val="accent5"/>
          </a:lnRef>
          <a:fillRef idx="0">
            <a:schemeClr val="accent5"/>
          </a:fillRef>
          <a:effectRef idx="2">
            <a:schemeClr val="accent5"/>
          </a:effectRef>
          <a:fontRef idx="minor">
            <a:schemeClr val="tx1"/>
          </a:fontRef>
        </p:style>
      </p:cxnSp>
      <p:cxnSp>
        <p:nvCxnSpPr>
          <p:cNvPr id="15" name="Conector recto 14">
            <a:extLst>
              <a:ext uri="{FF2B5EF4-FFF2-40B4-BE49-F238E27FC236}">
                <a16:creationId xmlns:a16="http://schemas.microsoft.com/office/drawing/2014/main" id="{5EF4C85D-17BC-467A-5885-2734FAEF5ED1}"/>
              </a:ext>
            </a:extLst>
          </p:cNvPr>
          <p:cNvCxnSpPr>
            <a:cxnSpLocks/>
          </p:cNvCxnSpPr>
          <p:nvPr/>
        </p:nvCxnSpPr>
        <p:spPr>
          <a:xfrm>
            <a:off x="8547100" y="3522133"/>
            <a:ext cx="657669" cy="0"/>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B1D72E3A-FEB1-A316-73C8-C323F838671A}"/>
              </a:ext>
            </a:extLst>
          </p:cNvPr>
          <p:cNvSpPr/>
          <p:nvPr/>
        </p:nvSpPr>
        <p:spPr>
          <a:xfrm>
            <a:off x="1651000" y="2476502"/>
            <a:ext cx="222250" cy="16509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7" name="Rectángulo 16">
            <a:extLst>
              <a:ext uri="{FF2B5EF4-FFF2-40B4-BE49-F238E27FC236}">
                <a16:creationId xmlns:a16="http://schemas.microsoft.com/office/drawing/2014/main" id="{255C0923-3309-93A0-197C-E03D49421ECD}"/>
              </a:ext>
            </a:extLst>
          </p:cNvPr>
          <p:cNvSpPr/>
          <p:nvPr/>
        </p:nvSpPr>
        <p:spPr>
          <a:xfrm>
            <a:off x="1149350" y="2647952"/>
            <a:ext cx="152400" cy="161710"/>
          </a:xfrm>
          <a:prstGeom prst="rect">
            <a:avLst/>
          </a:prstGeom>
          <a:noFill/>
          <a:ln>
            <a:solidFill>
              <a:schemeClr val="accent5">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8" name="Rectángulo 17">
            <a:extLst>
              <a:ext uri="{FF2B5EF4-FFF2-40B4-BE49-F238E27FC236}">
                <a16:creationId xmlns:a16="http://schemas.microsoft.com/office/drawing/2014/main" id="{E8308659-EAAA-C8CF-70AF-E4BE9069DD8C}"/>
              </a:ext>
            </a:extLst>
          </p:cNvPr>
          <p:cNvSpPr/>
          <p:nvPr/>
        </p:nvSpPr>
        <p:spPr>
          <a:xfrm>
            <a:off x="1142999" y="2832102"/>
            <a:ext cx="1243543" cy="16171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48A390C6-C131-AA6E-E20E-522D772758C2}"/>
              </a:ext>
            </a:extLst>
          </p:cNvPr>
          <p:cNvCxnSpPr>
            <a:cxnSpLocks/>
          </p:cNvCxnSpPr>
          <p:nvPr/>
        </p:nvCxnSpPr>
        <p:spPr>
          <a:xfrm>
            <a:off x="5302250" y="5877983"/>
            <a:ext cx="657669" cy="0"/>
          </a:xfrm>
          <a:prstGeom prst="line">
            <a:avLst/>
          </a:prstGeom>
          <a:ln w="76200"/>
        </p:spPr>
        <p:style>
          <a:lnRef idx="3">
            <a:schemeClr val="accent6"/>
          </a:lnRef>
          <a:fillRef idx="0">
            <a:schemeClr val="accent6"/>
          </a:fillRef>
          <a:effectRef idx="2">
            <a:schemeClr val="accent6"/>
          </a:effectRef>
          <a:fontRef idx="minor">
            <a:schemeClr val="tx1"/>
          </a:fontRef>
        </p:style>
      </p:cxnSp>
      <p:cxnSp>
        <p:nvCxnSpPr>
          <p:cNvPr id="20" name="Conector recto 19">
            <a:extLst>
              <a:ext uri="{FF2B5EF4-FFF2-40B4-BE49-F238E27FC236}">
                <a16:creationId xmlns:a16="http://schemas.microsoft.com/office/drawing/2014/main" id="{279742D0-0747-D40A-D480-ED9179A13A7C}"/>
              </a:ext>
            </a:extLst>
          </p:cNvPr>
          <p:cNvCxnSpPr>
            <a:cxnSpLocks/>
          </p:cNvCxnSpPr>
          <p:nvPr/>
        </p:nvCxnSpPr>
        <p:spPr>
          <a:xfrm>
            <a:off x="6940550" y="5877983"/>
            <a:ext cx="657669" cy="0"/>
          </a:xfrm>
          <a:prstGeom prst="line">
            <a:avLst/>
          </a:prstGeom>
          <a:ln w="76200"/>
        </p:spPr>
        <p:style>
          <a:lnRef idx="3">
            <a:schemeClr val="accent5"/>
          </a:lnRef>
          <a:fillRef idx="0">
            <a:schemeClr val="accent5"/>
          </a:fillRef>
          <a:effectRef idx="2">
            <a:schemeClr val="accent5"/>
          </a:effectRef>
          <a:fontRef idx="minor">
            <a:schemeClr val="tx1"/>
          </a:fontRef>
        </p:style>
      </p:cxnSp>
      <p:cxnSp>
        <p:nvCxnSpPr>
          <p:cNvPr id="21" name="Conector recto 20">
            <a:extLst>
              <a:ext uri="{FF2B5EF4-FFF2-40B4-BE49-F238E27FC236}">
                <a16:creationId xmlns:a16="http://schemas.microsoft.com/office/drawing/2014/main" id="{A2B20841-1310-4077-0FC5-82F05541BC2F}"/>
              </a:ext>
            </a:extLst>
          </p:cNvPr>
          <p:cNvCxnSpPr>
            <a:cxnSpLocks/>
          </p:cNvCxnSpPr>
          <p:nvPr/>
        </p:nvCxnSpPr>
        <p:spPr>
          <a:xfrm>
            <a:off x="8534400" y="5877983"/>
            <a:ext cx="657669" cy="0"/>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sp>
        <p:nvSpPr>
          <p:cNvPr id="25" name="Rectángulo 24">
            <a:extLst>
              <a:ext uri="{FF2B5EF4-FFF2-40B4-BE49-F238E27FC236}">
                <a16:creationId xmlns:a16="http://schemas.microsoft.com/office/drawing/2014/main" id="{3C5FB218-6197-BD9F-B65C-A6753DAF98E6}"/>
              </a:ext>
            </a:extLst>
          </p:cNvPr>
          <p:cNvSpPr/>
          <p:nvPr/>
        </p:nvSpPr>
        <p:spPr>
          <a:xfrm>
            <a:off x="6192887" y="2476554"/>
            <a:ext cx="1243543" cy="522288"/>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D8FB005F-8AD5-E485-CF11-6FDC8886E1A7}"/>
              </a:ext>
            </a:extLst>
          </p:cNvPr>
          <p:cNvSpPr/>
          <p:nvPr/>
        </p:nvSpPr>
        <p:spPr>
          <a:xfrm>
            <a:off x="6686550" y="2476502"/>
            <a:ext cx="222250" cy="16509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23" name="Rectángulo 22">
            <a:extLst>
              <a:ext uri="{FF2B5EF4-FFF2-40B4-BE49-F238E27FC236}">
                <a16:creationId xmlns:a16="http://schemas.microsoft.com/office/drawing/2014/main" id="{4F72CBF1-9850-C85D-F458-7A76F0DF1D28}"/>
              </a:ext>
            </a:extLst>
          </p:cNvPr>
          <p:cNvSpPr/>
          <p:nvPr/>
        </p:nvSpPr>
        <p:spPr>
          <a:xfrm>
            <a:off x="6965950" y="2647952"/>
            <a:ext cx="152400" cy="161710"/>
          </a:xfrm>
          <a:prstGeom prst="rect">
            <a:avLst/>
          </a:prstGeom>
          <a:noFill/>
          <a:ln>
            <a:solidFill>
              <a:schemeClr val="accent5">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24" name="Rectángulo 23">
            <a:extLst>
              <a:ext uri="{FF2B5EF4-FFF2-40B4-BE49-F238E27FC236}">
                <a16:creationId xmlns:a16="http://schemas.microsoft.com/office/drawing/2014/main" id="{24D8EA5A-2F5D-0362-DDD3-5AFFA0A7E157}"/>
              </a:ext>
            </a:extLst>
          </p:cNvPr>
          <p:cNvSpPr/>
          <p:nvPr/>
        </p:nvSpPr>
        <p:spPr>
          <a:xfrm>
            <a:off x="6965950" y="2838452"/>
            <a:ext cx="311150" cy="16171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0" name="Rectángulo 9">
            <a:extLst>
              <a:ext uri="{FF2B5EF4-FFF2-40B4-BE49-F238E27FC236}">
                <a16:creationId xmlns:a16="http://schemas.microsoft.com/office/drawing/2014/main" id="{EF43A884-2B64-D0A8-A40E-5F36E0743EA5}"/>
              </a:ext>
            </a:extLst>
          </p:cNvPr>
          <p:cNvSpPr/>
          <p:nvPr/>
        </p:nvSpPr>
        <p:spPr>
          <a:xfrm>
            <a:off x="1574800" y="1167554"/>
            <a:ext cx="1192213" cy="336125"/>
          </a:xfrm>
          <a:prstGeom prst="rect">
            <a:avLst/>
          </a:prstGeom>
          <a:solidFill>
            <a:srgbClr val="63B3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0435FE9F-827B-E547-C0FD-3FADA9FD1C3B}"/>
              </a:ext>
            </a:extLst>
          </p:cNvPr>
          <p:cNvSpPr/>
          <p:nvPr/>
        </p:nvSpPr>
        <p:spPr>
          <a:xfrm>
            <a:off x="1112137" y="1557148"/>
            <a:ext cx="1459613" cy="336125"/>
          </a:xfrm>
          <a:prstGeom prst="rect">
            <a:avLst/>
          </a:prstGeom>
          <a:solidFill>
            <a:srgbClr val="63B3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t>ADAS</a:t>
            </a:r>
          </a:p>
        </p:txBody>
      </p:sp>
      <p:sp>
        <p:nvSpPr>
          <p:cNvPr id="26" name="Rectángulo 25">
            <a:extLst>
              <a:ext uri="{FF2B5EF4-FFF2-40B4-BE49-F238E27FC236}">
                <a16:creationId xmlns:a16="http://schemas.microsoft.com/office/drawing/2014/main" id="{E9D2A863-5D7B-4BB8-4863-8AF5FD763C4E}"/>
              </a:ext>
            </a:extLst>
          </p:cNvPr>
          <p:cNvSpPr/>
          <p:nvPr/>
        </p:nvSpPr>
        <p:spPr>
          <a:xfrm>
            <a:off x="1736725" y="1942315"/>
            <a:ext cx="1192213" cy="336125"/>
          </a:xfrm>
          <a:prstGeom prst="rect">
            <a:avLst/>
          </a:prstGeom>
          <a:solidFill>
            <a:srgbClr val="63B3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8F22B413-FDF3-8AD2-E9A3-F0B7B388296A}"/>
              </a:ext>
            </a:extLst>
          </p:cNvPr>
          <p:cNvSpPr/>
          <p:nvPr/>
        </p:nvSpPr>
        <p:spPr>
          <a:xfrm>
            <a:off x="1454150" y="716704"/>
            <a:ext cx="1312863" cy="336125"/>
          </a:xfrm>
          <a:prstGeom prst="rect">
            <a:avLst/>
          </a:prstGeom>
          <a:solidFill>
            <a:srgbClr val="3182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Rectángulo 27">
            <a:extLst>
              <a:ext uri="{FF2B5EF4-FFF2-40B4-BE49-F238E27FC236}">
                <a16:creationId xmlns:a16="http://schemas.microsoft.com/office/drawing/2014/main" id="{CF4ABD66-5E57-4842-375F-6A8AA01775A5}"/>
              </a:ext>
            </a:extLst>
          </p:cNvPr>
          <p:cNvSpPr/>
          <p:nvPr/>
        </p:nvSpPr>
        <p:spPr>
          <a:xfrm>
            <a:off x="1149350" y="3295650"/>
            <a:ext cx="1422400" cy="232830"/>
          </a:xfrm>
          <a:prstGeom prst="rect">
            <a:avLst/>
          </a:prstGeom>
          <a:solidFill>
            <a:srgbClr val="F9FC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1</a:t>
            </a:r>
          </a:p>
        </p:txBody>
      </p:sp>
      <p:sp>
        <p:nvSpPr>
          <p:cNvPr id="29" name="Rectángulo 28">
            <a:extLst>
              <a:ext uri="{FF2B5EF4-FFF2-40B4-BE49-F238E27FC236}">
                <a16:creationId xmlns:a16="http://schemas.microsoft.com/office/drawing/2014/main" id="{EA202352-4B2D-0FE2-8FD7-05707517017F}"/>
              </a:ext>
            </a:extLst>
          </p:cNvPr>
          <p:cNvSpPr/>
          <p:nvPr/>
        </p:nvSpPr>
        <p:spPr>
          <a:xfrm>
            <a:off x="1149350" y="3625850"/>
            <a:ext cx="1422400"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2</a:t>
            </a:r>
          </a:p>
        </p:txBody>
      </p:sp>
      <p:sp>
        <p:nvSpPr>
          <p:cNvPr id="30" name="Rectángulo 29">
            <a:extLst>
              <a:ext uri="{FF2B5EF4-FFF2-40B4-BE49-F238E27FC236}">
                <a16:creationId xmlns:a16="http://schemas.microsoft.com/office/drawing/2014/main" id="{BD85238D-7AD2-9494-26D1-08CE11303CE8}"/>
              </a:ext>
            </a:extLst>
          </p:cNvPr>
          <p:cNvSpPr/>
          <p:nvPr/>
        </p:nvSpPr>
        <p:spPr>
          <a:xfrm>
            <a:off x="1149350" y="3962400"/>
            <a:ext cx="2025650"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3</a:t>
            </a:r>
          </a:p>
        </p:txBody>
      </p:sp>
      <p:sp>
        <p:nvSpPr>
          <p:cNvPr id="31" name="Rectángulo 30">
            <a:extLst>
              <a:ext uri="{FF2B5EF4-FFF2-40B4-BE49-F238E27FC236}">
                <a16:creationId xmlns:a16="http://schemas.microsoft.com/office/drawing/2014/main" id="{2026226F-7591-4CEC-E890-56DB07D48142}"/>
              </a:ext>
            </a:extLst>
          </p:cNvPr>
          <p:cNvSpPr/>
          <p:nvPr/>
        </p:nvSpPr>
        <p:spPr>
          <a:xfrm>
            <a:off x="1136649" y="4315456"/>
            <a:ext cx="1422400"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4</a:t>
            </a:r>
          </a:p>
        </p:txBody>
      </p:sp>
      <p:sp>
        <p:nvSpPr>
          <p:cNvPr id="32" name="Rectángulo 31">
            <a:extLst>
              <a:ext uri="{FF2B5EF4-FFF2-40B4-BE49-F238E27FC236}">
                <a16:creationId xmlns:a16="http://schemas.microsoft.com/office/drawing/2014/main" id="{CA5E39E0-BDFA-B8FD-F035-C7D93F810D77}"/>
              </a:ext>
            </a:extLst>
          </p:cNvPr>
          <p:cNvSpPr/>
          <p:nvPr/>
        </p:nvSpPr>
        <p:spPr>
          <a:xfrm>
            <a:off x="1142998" y="4652006"/>
            <a:ext cx="2235201"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5</a:t>
            </a:r>
          </a:p>
        </p:txBody>
      </p:sp>
      <p:sp>
        <p:nvSpPr>
          <p:cNvPr id="33" name="Rectángulo 32">
            <a:extLst>
              <a:ext uri="{FF2B5EF4-FFF2-40B4-BE49-F238E27FC236}">
                <a16:creationId xmlns:a16="http://schemas.microsoft.com/office/drawing/2014/main" id="{6D8CC040-511D-D453-2AED-6A980A597441}"/>
              </a:ext>
            </a:extLst>
          </p:cNvPr>
          <p:cNvSpPr/>
          <p:nvPr/>
        </p:nvSpPr>
        <p:spPr>
          <a:xfrm>
            <a:off x="1136649" y="4959816"/>
            <a:ext cx="2235201"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6</a:t>
            </a:r>
          </a:p>
        </p:txBody>
      </p:sp>
      <p:sp>
        <p:nvSpPr>
          <p:cNvPr id="34" name="Rectángulo 33">
            <a:extLst>
              <a:ext uri="{FF2B5EF4-FFF2-40B4-BE49-F238E27FC236}">
                <a16:creationId xmlns:a16="http://schemas.microsoft.com/office/drawing/2014/main" id="{B1CD9669-498E-D920-8587-ACD9ED45BB1F}"/>
              </a:ext>
            </a:extLst>
          </p:cNvPr>
          <p:cNvSpPr/>
          <p:nvPr/>
        </p:nvSpPr>
        <p:spPr>
          <a:xfrm>
            <a:off x="1142999" y="5309066"/>
            <a:ext cx="2235201"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7</a:t>
            </a:r>
          </a:p>
        </p:txBody>
      </p:sp>
      <p:sp>
        <p:nvSpPr>
          <p:cNvPr id="35" name="Rectángulo 34">
            <a:extLst>
              <a:ext uri="{FF2B5EF4-FFF2-40B4-BE49-F238E27FC236}">
                <a16:creationId xmlns:a16="http://schemas.microsoft.com/office/drawing/2014/main" id="{97EE298D-4608-EB1A-DF65-A975248C7CE3}"/>
              </a:ext>
            </a:extLst>
          </p:cNvPr>
          <p:cNvSpPr/>
          <p:nvPr/>
        </p:nvSpPr>
        <p:spPr>
          <a:xfrm>
            <a:off x="1162049" y="5994866"/>
            <a:ext cx="2235201" cy="232830"/>
          </a:xfrm>
          <a:prstGeom prst="rect">
            <a:avLst/>
          </a:prstGeom>
          <a:solidFill>
            <a:srgbClr val="F7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9</a:t>
            </a:r>
          </a:p>
        </p:txBody>
      </p:sp>
      <p:sp>
        <p:nvSpPr>
          <p:cNvPr id="36" name="Rectángulo 35">
            <a:extLst>
              <a:ext uri="{FF2B5EF4-FFF2-40B4-BE49-F238E27FC236}">
                <a16:creationId xmlns:a16="http://schemas.microsoft.com/office/drawing/2014/main" id="{1C181A83-9F50-4426-5E7B-0829436D125B}"/>
              </a:ext>
            </a:extLst>
          </p:cNvPr>
          <p:cNvSpPr/>
          <p:nvPr/>
        </p:nvSpPr>
        <p:spPr>
          <a:xfrm>
            <a:off x="1149350" y="5645150"/>
            <a:ext cx="1779588" cy="232830"/>
          </a:xfrm>
          <a:prstGeom prst="rect">
            <a:avLst/>
          </a:prstGeom>
          <a:solidFill>
            <a:srgbClr val="F9FC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a:solidFill>
                  <a:schemeClr val="tx1"/>
                </a:solidFill>
              </a:rPr>
              <a:t>Señal 8</a:t>
            </a:r>
          </a:p>
        </p:txBody>
      </p:sp>
    </p:spTree>
    <p:extLst>
      <p:ext uri="{BB962C8B-B14F-4D97-AF65-F5344CB8AC3E}">
        <p14:creationId xmlns:p14="http://schemas.microsoft.com/office/powerpoint/2010/main" val="208030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200"/>
                                        <p:tgtEl>
                                          <p:spTgt spid="12"/>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200"/>
                                        <p:tgtEl>
                                          <p:spTgt spid="13"/>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200"/>
                                        <p:tgtEl>
                                          <p:spTgt spid="15"/>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7"/>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9"/>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2"/>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16"/>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13"/>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17"/>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5"/>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8"/>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200"/>
                                        <p:tgtEl>
                                          <p:spTgt spid="19"/>
                                        </p:tgtEl>
                                      </p:cBhvr>
                                    </p:animEffec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200"/>
                                        <p:tgtEl>
                                          <p:spTgt spid="20"/>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200"/>
                                        <p:tgtEl>
                                          <p:spTgt spid="21"/>
                                        </p:tgtEl>
                                      </p:cBhvr>
                                    </p:animEffect>
                                  </p:childTnLst>
                                </p:cTn>
                              </p:par>
                              <p:par>
                                <p:cTn id="75" presetID="1"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8" grpId="0" animBg="1"/>
      <p:bldP spid="9" grpId="0" animBg="1"/>
      <p:bldP spid="9" grpId="1" animBg="1"/>
      <p:bldP spid="16" grpId="0" animBg="1"/>
      <p:bldP spid="16" grpId="1" animBg="1"/>
      <p:bldP spid="17" grpId="0" animBg="1"/>
      <p:bldP spid="17" grpId="1" animBg="1"/>
      <p:bldP spid="18" grpId="0" animBg="1"/>
      <p:bldP spid="18" grpId="1" animBg="1"/>
      <p:bldP spid="25"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AC5C927-3554-32A1-14FE-42CDA31F9C39}"/>
              </a:ext>
            </a:extLst>
          </p:cNvPr>
          <p:cNvSpPr>
            <a:spLocks noGrp="1"/>
          </p:cNvSpPr>
          <p:nvPr>
            <p:ph type="ftr" sz="quarter" idx="10"/>
          </p:nvPr>
        </p:nvSpPr>
        <p:spPr/>
        <p:txBody>
          <a:bodyPr/>
          <a:lstStyle/>
          <a:p>
            <a:r>
              <a:rPr lang="es-ES" noProof="1"/>
              <a:t>CAN (Controller Area Network)</a:t>
            </a:r>
          </a:p>
        </p:txBody>
      </p:sp>
      <p:sp>
        <p:nvSpPr>
          <p:cNvPr id="3" name="Marcador de texto 2">
            <a:extLst>
              <a:ext uri="{FF2B5EF4-FFF2-40B4-BE49-F238E27FC236}">
                <a16:creationId xmlns:a16="http://schemas.microsoft.com/office/drawing/2014/main" id="{7AA9A0BC-8217-003A-522D-71133CCBD603}"/>
              </a:ext>
            </a:extLst>
          </p:cNvPr>
          <p:cNvSpPr>
            <a:spLocks noGrp="1"/>
          </p:cNvSpPr>
          <p:nvPr>
            <p:ph type="body" sz="quarter" idx="11"/>
          </p:nvPr>
        </p:nvSpPr>
        <p:spPr/>
        <p:txBody>
          <a:bodyPr/>
          <a:lstStyle/>
          <a:p>
            <a:r>
              <a:rPr lang="es-ES"/>
              <a:t>Estructura de las Tramas CAN</a:t>
            </a:r>
          </a:p>
        </p:txBody>
      </p:sp>
      <p:pic>
        <p:nvPicPr>
          <p:cNvPr id="2050" name="Picture 2" descr="Figure 1 from Improving compatibility between CAN FD and legacy CAN devices  | Semantic Scholar">
            <a:extLst>
              <a:ext uri="{FF2B5EF4-FFF2-40B4-BE49-F238E27FC236}">
                <a16:creationId xmlns:a16="http://schemas.microsoft.com/office/drawing/2014/main" id="{36FCA467-1223-56A3-6A08-067FBF420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020" y="1416204"/>
            <a:ext cx="11115396" cy="410364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35A8A8F-9C70-465B-9011-AE2057CE1147}"/>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28EFBEF7-B0D8-F242-5EB1-FFCCD4590E54}"/>
              </a:ext>
            </a:extLst>
          </p:cNvPr>
          <p:cNvSpPr/>
          <p:nvPr/>
        </p:nvSpPr>
        <p:spPr>
          <a:xfrm>
            <a:off x="5165725" y="2774042"/>
            <a:ext cx="1300692" cy="579440"/>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696CFB7B-373C-FD27-6579-F2B14918A808}"/>
              </a:ext>
            </a:extLst>
          </p:cNvPr>
          <p:cNvSpPr/>
          <p:nvPr/>
        </p:nvSpPr>
        <p:spPr>
          <a:xfrm>
            <a:off x="6870700" y="4936217"/>
            <a:ext cx="1300692" cy="579440"/>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C06AFE6A-8BD4-410D-F92E-C7EC319F3714}"/>
              </a:ext>
            </a:extLst>
          </p:cNvPr>
          <p:cNvSpPr/>
          <p:nvPr/>
        </p:nvSpPr>
        <p:spPr>
          <a:xfrm>
            <a:off x="3388254" y="4936217"/>
            <a:ext cx="1412346" cy="579440"/>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AA179E81-ECE8-1807-0E84-B1AB9AAB065F}"/>
              </a:ext>
            </a:extLst>
          </p:cNvPr>
          <p:cNvSpPr/>
          <p:nvPr/>
        </p:nvSpPr>
        <p:spPr>
          <a:xfrm>
            <a:off x="3407304" y="3878942"/>
            <a:ext cx="1412346" cy="579440"/>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8912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up)">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A6D6E-3ED9-4991-4160-4B55DF923970}"/>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1CA4C572-E5AC-59F7-F277-8CF60C8D3B5A}"/>
              </a:ext>
            </a:extLst>
          </p:cNvPr>
          <p:cNvSpPr>
            <a:spLocks noGrp="1"/>
          </p:cNvSpPr>
          <p:nvPr>
            <p:ph type="ctrTitle"/>
          </p:nvPr>
        </p:nvSpPr>
        <p:spPr/>
        <p:txBody>
          <a:bodyPr/>
          <a:lstStyle/>
          <a:p>
            <a:r>
              <a:rPr lang="es-ES"/>
              <a:t>UDS</a:t>
            </a:r>
            <a:endParaRPr lang="en-GB"/>
          </a:p>
        </p:txBody>
      </p:sp>
      <p:sp>
        <p:nvSpPr>
          <p:cNvPr id="9" name="Sous-titre 8">
            <a:extLst>
              <a:ext uri="{FF2B5EF4-FFF2-40B4-BE49-F238E27FC236}">
                <a16:creationId xmlns:a16="http://schemas.microsoft.com/office/drawing/2014/main" id="{5E8F4F85-FDFA-430B-4AF9-915E2DA78BF3}"/>
              </a:ext>
            </a:extLst>
          </p:cNvPr>
          <p:cNvSpPr>
            <a:spLocks noGrp="1"/>
          </p:cNvSpPr>
          <p:nvPr>
            <p:ph type="subTitle" idx="1"/>
          </p:nvPr>
        </p:nvSpPr>
        <p:spPr/>
        <p:txBody>
          <a:bodyPr/>
          <a:lstStyle/>
          <a:p>
            <a:r>
              <a:rPr lang="en-GB"/>
              <a:t>Diego </a:t>
            </a:r>
            <a:r>
              <a:rPr lang="en-GB" err="1"/>
              <a:t>farto</a:t>
            </a:r>
            <a:r>
              <a:rPr lang="en-GB"/>
              <a:t> y Javier </a:t>
            </a:r>
            <a:r>
              <a:rPr lang="en-GB" err="1"/>
              <a:t>zataraín</a:t>
            </a:r>
            <a:endParaRPr lang="en-GB"/>
          </a:p>
        </p:txBody>
      </p:sp>
    </p:spTree>
    <p:extLst>
      <p:ext uri="{BB962C8B-B14F-4D97-AF65-F5344CB8AC3E}">
        <p14:creationId xmlns:p14="http://schemas.microsoft.com/office/powerpoint/2010/main" val="1905759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686C32E-E384-D143-B83B-E857404021C6}"/>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ABA3A3F9-F84B-7549-A1F8-329661C3958B}"/>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p:txBody>
      </p:sp>
      <p:pic>
        <p:nvPicPr>
          <p:cNvPr id="5" name="Imagen 4" descr="Forma&#10;&#10;El contenido generado por IA puede ser incorrecto.">
            <a:extLst>
              <a:ext uri="{FF2B5EF4-FFF2-40B4-BE49-F238E27FC236}">
                <a16:creationId xmlns:a16="http://schemas.microsoft.com/office/drawing/2014/main" id="{4D1CC680-0DBF-5167-ED1B-C2EDD571280A}"/>
              </a:ext>
            </a:extLst>
          </p:cNvPr>
          <p:cNvPicPr>
            <a:picLocks noChangeAspect="1"/>
          </p:cNvPicPr>
          <p:nvPr/>
        </p:nvPicPr>
        <p:blipFill>
          <a:blip r:embed="rId3"/>
          <a:stretch>
            <a:fillRect/>
          </a:stretch>
        </p:blipFill>
        <p:spPr>
          <a:xfrm>
            <a:off x="901811" y="2228682"/>
            <a:ext cx="1848108" cy="2400635"/>
          </a:xfrm>
          <a:prstGeom prst="rect">
            <a:avLst/>
          </a:prstGeom>
          <a:ln>
            <a:noFill/>
          </a:ln>
          <a:effectLst/>
        </p:spPr>
      </p:pic>
      <p:pic>
        <p:nvPicPr>
          <p:cNvPr id="8" name="Imagen 7" descr="Forma&#10;&#10;El contenido generado por IA puede ser incorrecto.">
            <a:extLst>
              <a:ext uri="{FF2B5EF4-FFF2-40B4-BE49-F238E27FC236}">
                <a16:creationId xmlns:a16="http://schemas.microsoft.com/office/drawing/2014/main" id="{581F8F08-C8AA-AC39-5F81-BA5CABCC1051}"/>
              </a:ext>
            </a:extLst>
          </p:cNvPr>
          <p:cNvPicPr>
            <a:picLocks noChangeAspect="1"/>
          </p:cNvPicPr>
          <p:nvPr/>
        </p:nvPicPr>
        <p:blipFill>
          <a:blip r:embed="rId4"/>
          <a:stretch>
            <a:fillRect/>
          </a:stretch>
        </p:blipFill>
        <p:spPr>
          <a:xfrm>
            <a:off x="2846282" y="2228507"/>
            <a:ext cx="1105054" cy="2400635"/>
          </a:xfrm>
          <a:prstGeom prst="roundRect">
            <a:avLst>
              <a:gd name="adj" fmla="val 8594"/>
            </a:avLst>
          </a:prstGeom>
          <a:noFill/>
          <a:ln>
            <a:noFill/>
          </a:ln>
          <a:effectLst/>
        </p:spPr>
      </p:pic>
      <p:pic>
        <p:nvPicPr>
          <p:cNvPr id="10" name="Imagen 9" descr="Forma&#10;&#10;El contenido generado por IA puede ser incorrecto.">
            <a:extLst>
              <a:ext uri="{FF2B5EF4-FFF2-40B4-BE49-F238E27FC236}">
                <a16:creationId xmlns:a16="http://schemas.microsoft.com/office/drawing/2014/main" id="{7EF97E44-A2B1-18DB-0C38-37BCDAF2A6B2}"/>
              </a:ext>
            </a:extLst>
          </p:cNvPr>
          <p:cNvPicPr>
            <a:picLocks noChangeAspect="1"/>
          </p:cNvPicPr>
          <p:nvPr/>
        </p:nvPicPr>
        <p:blipFill>
          <a:blip r:embed="rId5"/>
          <a:stretch>
            <a:fillRect/>
          </a:stretch>
        </p:blipFill>
        <p:spPr>
          <a:xfrm>
            <a:off x="4038600" y="2685771"/>
            <a:ext cx="1095528" cy="1943371"/>
          </a:xfrm>
          <a:prstGeom prst="roundRect">
            <a:avLst>
              <a:gd name="adj" fmla="val 8594"/>
            </a:avLst>
          </a:prstGeom>
          <a:noFill/>
          <a:ln>
            <a:noFill/>
          </a:ln>
          <a:effectLst>
            <a:outerShdw blurRad="50800" dist="50800" dir="5400000" sx="1000" sy="1000" algn="ctr" rotWithShape="0">
              <a:srgbClr val="000000">
                <a:alpha val="43137"/>
              </a:srgbClr>
            </a:outerShdw>
          </a:effectLst>
        </p:spPr>
      </p:pic>
      <p:pic>
        <p:nvPicPr>
          <p:cNvPr id="12" name="Imagen 11" descr="Imagen que contiene Icono&#10;&#10;El contenido generado por IA puede ser incorrecto.">
            <a:extLst>
              <a:ext uri="{FF2B5EF4-FFF2-40B4-BE49-F238E27FC236}">
                <a16:creationId xmlns:a16="http://schemas.microsoft.com/office/drawing/2014/main" id="{B82508B3-D9FF-D84F-47FE-EC39AD4D8A1E}"/>
              </a:ext>
            </a:extLst>
          </p:cNvPr>
          <p:cNvPicPr>
            <a:picLocks noChangeAspect="1"/>
          </p:cNvPicPr>
          <p:nvPr/>
        </p:nvPicPr>
        <p:blipFill>
          <a:blip r:embed="rId6"/>
          <a:stretch>
            <a:fillRect/>
          </a:stretch>
        </p:blipFill>
        <p:spPr>
          <a:xfrm>
            <a:off x="5221392" y="2778675"/>
            <a:ext cx="1066949" cy="1867161"/>
          </a:xfrm>
          <a:prstGeom prst="roundRect">
            <a:avLst>
              <a:gd name="adj" fmla="val 8594"/>
            </a:avLst>
          </a:prstGeom>
          <a:noFill/>
          <a:ln>
            <a:noFill/>
          </a:ln>
          <a:effectLst/>
        </p:spPr>
      </p:pic>
      <p:pic>
        <p:nvPicPr>
          <p:cNvPr id="14" name="Imagen 13" descr="Interfaz de usuario gráfica&#10;&#10;El contenido generado por IA puede ser incorrecto.">
            <a:extLst>
              <a:ext uri="{FF2B5EF4-FFF2-40B4-BE49-F238E27FC236}">
                <a16:creationId xmlns:a16="http://schemas.microsoft.com/office/drawing/2014/main" id="{EDEFC9E4-2D97-5472-1B2F-A13A04D1EB2C}"/>
              </a:ext>
            </a:extLst>
          </p:cNvPr>
          <p:cNvPicPr>
            <a:picLocks noChangeAspect="1"/>
          </p:cNvPicPr>
          <p:nvPr/>
        </p:nvPicPr>
        <p:blipFill>
          <a:blip r:embed="rId7"/>
          <a:stretch>
            <a:fillRect/>
          </a:stretch>
        </p:blipFill>
        <p:spPr>
          <a:xfrm>
            <a:off x="6404184" y="2778675"/>
            <a:ext cx="2019582" cy="1848108"/>
          </a:xfrm>
          <a:prstGeom prst="roundRect">
            <a:avLst>
              <a:gd name="adj" fmla="val 8594"/>
            </a:avLst>
          </a:prstGeom>
          <a:noFill/>
          <a:ln>
            <a:noFill/>
          </a:ln>
          <a:effectLst/>
        </p:spPr>
      </p:pic>
      <p:pic>
        <p:nvPicPr>
          <p:cNvPr id="17" name="Imagen 16" descr="Interfaz de usuario gráfica, Aplicación&#10;&#10;El contenido generado por IA puede ser incorrecto.">
            <a:extLst>
              <a:ext uri="{FF2B5EF4-FFF2-40B4-BE49-F238E27FC236}">
                <a16:creationId xmlns:a16="http://schemas.microsoft.com/office/drawing/2014/main" id="{972FD4D3-B4AF-AE2B-C0AC-C459C9B8FD1C}"/>
              </a:ext>
            </a:extLst>
          </p:cNvPr>
          <p:cNvPicPr>
            <a:picLocks noChangeAspect="1"/>
          </p:cNvPicPr>
          <p:nvPr/>
        </p:nvPicPr>
        <p:blipFill>
          <a:blip r:embed="rId8"/>
          <a:stretch>
            <a:fillRect/>
          </a:stretch>
        </p:blipFill>
        <p:spPr>
          <a:xfrm>
            <a:off x="8539609" y="2771682"/>
            <a:ext cx="3019846" cy="1343117"/>
          </a:xfrm>
          <a:prstGeom prst="roundRect">
            <a:avLst>
              <a:gd name="adj" fmla="val 8594"/>
            </a:avLst>
          </a:prstGeom>
          <a:noFill/>
          <a:ln>
            <a:noFill/>
          </a:ln>
          <a:effectLst/>
        </p:spPr>
      </p:pic>
      <p:sp>
        <p:nvSpPr>
          <p:cNvPr id="18" name="CuadroTexto 17">
            <a:extLst>
              <a:ext uri="{FF2B5EF4-FFF2-40B4-BE49-F238E27FC236}">
                <a16:creationId xmlns:a16="http://schemas.microsoft.com/office/drawing/2014/main" id="{804B543A-F9BC-8CA8-D697-F5F47E74F64D}"/>
              </a:ext>
            </a:extLst>
          </p:cNvPr>
          <p:cNvSpPr txBox="1"/>
          <p:nvPr/>
        </p:nvSpPr>
        <p:spPr>
          <a:xfrm>
            <a:off x="901811" y="2316439"/>
            <a:ext cx="10657644" cy="369332"/>
          </a:xfrm>
          <a:prstGeom prst="rect">
            <a:avLst/>
          </a:prstGeom>
          <a:noFill/>
        </p:spPr>
        <p:txBody>
          <a:bodyPr wrap="square" rtlCol="0">
            <a:spAutoFit/>
          </a:bodyPr>
          <a:lstStyle/>
          <a:p>
            <a:pPr algn="ctr"/>
            <a:r>
              <a:rPr lang="es-ES"/>
              <a:t>UDS </a:t>
            </a:r>
            <a:r>
              <a:rPr lang="es-ES" err="1"/>
              <a:t>request</a:t>
            </a:r>
            <a:r>
              <a:rPr lang="es-ES"/>
              <a:t> </a:t>
            </a:r>
            <a:r>
              <a:rPr lang="es-ES" err="1"/>
              <a:t>message</a:t>
            </a:r>
            <a:r>
              <a:rPr lang="es-ES"/>
              <a:t> </a:t>
            </a:r>
            <a:r>
              <a:rPr lang="es-ES" err="1"/>
              <a:t>structure</a:t>
            </a:r>
            <a:r>
              <a:rPr lang="es-ES"/>
              <a:t> (UDS </a:t>
            </a:r>
            <a:r>
              <a:rPr lang="es-ES" err="1"/>
              <a:t>on</a:t>
            </a:r>
            <a:r>
              <a:rPr lang="es-ES"/>
              <a:t> CAN)</a:t>
            </a:r>
          </a:p>
        </p:txBody>
      </p:sp>
      <p:sp>
        <p:nvSpPr>
          <p:cNvPr id="4" name="Rectángulo 3">
            <a:extLst>
              <a:ext uri="{FF2B5EF4-FFF2-40B4-BE49-F238E27FC236}">
                <a16:creationId xmlns:a16="http://schemas.microsoft.com/office/drawing/2014/main" id="{D40C989D-05E0-36ED-E77C-970FCC186008}"/>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Imagen 5" descr="Icono&#10;&#10;El contenido generado por IA puede ser incorrecto.">
            <a:extLst>
              <a:ext uri="{FF2B5EF4-FFF2-40B4-BE49-F238E27FC236}">
                <a16:creationId xmlns:a16="http://schemas.microsoft.com/office/drawing/2014/main" id="{652130A5-FEBC-9479-C564-C698615CBA35}"/>
              </a:ext>
            </a:extLst>
          </p:cNvPr>
          <p:cNvPicPr>
            <a:picLocks noChangeAspect="1"/>
          </p:cNvPicPr>
          <p:nvPr/>
        </p:nvPicPr>
        <p:blipFill>
          <a:blip r:embed="rId9"/>
          <a:stretch>
            <a:fillRect/>
          </a:stretch>
        </p:blipFill>
        <p:spPr>
          <a:xfrm>
            <a:off x="1330496" y="3034138"/>
            <a:ext cx="990738" cy="514422"/>
          </a:xfrm>
          <a:prstGeom prst="rect">
            <a:avLst/>
          </a:prstGeom>
        </p:spPr>
      </p:pic>
      <p:sp>
        <p:nvSpPr>
          <p:cNvPr id="9" name="CuadroTexto 8">
            <a:extLst>
              <a:ext uri="{FF2B5EF4-FFF2-40B4-BE49-F238E27FC236}">
                <a16:creationId xmlns:a16="http://schemas.microsoft.com/office/drawing/2014/main" id="{BC58A426-D063-B12C-D6E7-5679D76C2903}"/>
              </a:ext>
            </a:extLst>
          </p:cNvPr>
          <p:cNvSpPr txBox="1"/>
          <p:nvPr/>
        </p:nvSpPr>
        <p:spPr>
          <a:xfrm>
            <a:off x="2980785" y="3060516"/>
            <a:ext cx="845574" cy="461665"/>
          </a:xfrm>
          <a:prstGeom prst="rect">
            <a:avLst/>
          </a:prstGeom>
          <a:noFill/>
        </p:spPr>
        <p:txBody>
          <a:bodyPr wrap="square" rtlCol="0">
            <a:spAutoFit/>
          </a:bodyPr>
          <a:lstStyle/>
          <a:p>
            <a:r>
              <a:rPr lang="es-ES" sz="2400">
                <a:solidFill>
                  <a:schemeClr val="bg1">
                    <a:lumMod val="65000"/>
                  </a:schemeClr>
                </a:solidFill>
              </a:rPr>
              <a:t>0x02</a:t>
            </a:r>
          </a:p>
        </p:txBody>
      </p:sp>
      <p:sp>
        <p:nvSpPr>
          <p:cNvPr id="11" name="CuadroTexto 10">
            <a:extLst>
              <a:ext uri="{FF2B5EF4-FFF2-40B4-BE49-F238E27FC236}">
                <a16:creationId xmlns:a16="http://schemas.microsoft.com/office/drawing/2014/main" id="{7C9CCD31-9804-CF67-2EDF-1788751DC7EC}"/>
              </a:ext>
            </a:extLst>
          </p:cNvPr>
          <p:cNvSpPr txBox="1"/>
          <p:nvPr/>
        </p:nvSpPr>
        <p:spPr>
          <a:xfrm>
            <a:off x="4163577" y="3060516"/>
            <a:ext cx="845574" cy="461665"/>
          </a:xfrm>
          <a:prstGeom prst="rect">
            <a:avLst/>
          </a:prstGeom>
          <a:noFill/>
        </p:spPr>
        <p:txBody>
          <a:bodyPr wrap="square" rtlCol="0">
            <a:spAutoFit/>
          </a:bodyPr>
          <a:lstStyle/>
          <a:p>
            <a:r>
              <a:rPr lang="es-ES" sz="2400">
                <a:solidFill>
                  <a:srgbClr val="0070C0"/>
                </a:solidFill>
              </a:rPr>
              <a:t>0x10</a:t>
            </a:r>
          </a:p>
        </p:txBody>
      </p:sp>
      <p:sp>
        <p:nvSpPr>
          <p:cNvPr id="13" name="CuadroTexto 12">
            <a:extLst>
              <a:ext uri="{FF2B5EF4-FFF2-40B4-BE49-F238E27FC236}">
                <a16:creationId xmlns:a16="http://schemas.microsoft.com/office/drawing/2014/main" id="{5A2001AE-B067-B48E-B19E-A1CC4B574DFF}"/>
              </a:ext>
            </a:extLst>
          </p:cNvPr>
          <p:cNvSpPr txBox="1"/>
          <p:nvPr/>
        </p:nvSpPr>
        <p:spPr>
          <a:xfrm>
            <a:off x="5357030" y="3076918"/>
            <a:ext cx="845574" cy="461665"/>
          </a:xfrm>
          <a:prstGeom prst="rect">
            <a:avLst/>
          </a:prstGeom>
          <a:noFill/>
        </p:spPr>
        <p:txBody>
          <a:bodyPr wrap="square" rtlCol="0">
            <a:spAutoFit/>
          </a:bodyPr>
          <a:lstStyle/>
          <a:p>
            <a:r>
              <a:rPr lang="es-ES" sz="2400">
                <a:solidFill>
                  <a:schemeClr val="tx2">
                    <a:lumMod val="50000"/>
                    <a:lumOff val="50000"/>
                  </a:schemeClr>
                </a:solidFill>
              </a:rPr>
              <a:t>0x03</a:t>
            </a:r>
          </a:p>
        </p:txBody>
      </p:sp>
      <p:sp>
        <p:nvSpPr>
          <p:cNvPr id="15" name="CuadroTexto 14">
            <a:extLst>
              <a:ext uri="{FF2B5EF4-FFF2-40B4-BE49-F238E27FC236}">
                <a16:creationId xmlns:a16="http://schemas.microsoft.com/office/drawing/2014/main" id="{EC806DBC-85EB-FE05-DB2C-86BFDF1168A3}"/>
              </a:ext>
            </a:extLst>
          </p:cNvPr>
          <p:cNvSpPr txBox="1"/>
          <p:nvPr/>
        </p:nvSpPr>
        <p:spPr>
          <a:xfrm>
            <a:off x="6656390" y="3066507"/>
            <a:ext cx="1898422" cy="461665"/>
          </a:xfrm>
          <a:prstGeom prst="rect">
            <a:avLst/>
          </a:prstGeom>
          <a:noFill/>
        </p:spPr>
        <p:txBody>
          <a:bodyPr wrap="square" rtlCol="0">
            <a:spAutoFit/>
          </a:bodyPr>
          <a:lstStyle/>
          <a:p>
            <a:r>
              <a:rPr lang="es-ES" sz="2400">
                <a:solidFill>
                  <a:schemeClr val="tx2">
                    <a:lumMod val="50000"/>
                    <a:lumOff val="50000"/>
                  </a:schemeClr>
                </a:solidFill>
              </a:rPr>
              <a:t>0xYY </a:t>
            </a:r>
            <a:r>
              <a:rPr lang="es-ES" sz="2400" err="1">
                <a:solidFill>
                  <a:schemeClr val="tx2">
                    <a:lumMod val="50000"/>
                    <a:lumOff val="50000"/>
                  </a:schemeClr>
                </a:solidFill>
              </a:rPr>
              <a:t>0xYY</a:t>
            </a:r>
            <a:endParaRPr lang="es-ES" sz="2400">
              <a:solidFill>
                <a:schemeClr val="tx2">
                  <a:lumMod val="50000"/>
                  <a:lumOff val="50000"/>
                </a:schemeClr>
              </a:solidFill>
            </a:endParaRPr>
          </a:p>
        </p:txBody>
      </p:sp>
      <p:sp>
        <p:nvSpPr>
          <p:cNvPr id="16" name="CuadroTexto 15">
            <a:extLst>
              <a:ext uri="{FF2B5EF4-FFF2-40B4-BE49-F238E27FC236}">
                <a16:creationId xmlns:a16="http://schemas.microsoft.com/office/drawing/2014/main" id="{7DDD719A-6B5D-69EE-6095-D7813C84F7D7}"/>
              </a:ext>
            </a:extLst>
          </p:cNvPr>
          <p:cNvSpPr txBox="1"/>
          <p:nvPr/>
        </p:nvSpPr>
        <p:spPr>
          <a:xfrm>
            <a:off x="9550077" y="3034138"/>
            <a:ext cx="2622854" cy="461665"/>
          </a:xfrm>
          <a:prstGeom prst="rect">
            <a:avLst/>
          </a:prstGeom>
          <a:noFill/>
        </p:spPr>
        <p:txBody>
          <a:bodyPr wrap="square" rtlCol="0">
            <a:spAutoFit/>
          </a:bodyPr>
          <a:lstStyle/>
          <a:p>
            <a:r>
              <a:rPr lang="es-ES" sz="2400">
                <a:solidFill>
                  <a:schemeClr val="bg1">
                    <a:lumMod val="65000"/>
                  </a:schemeClr>
                </a:solidFill>
              </a:rPr>
              <a:t>0xAA …</a:t>
            </a:r>
          </a:p>
        </p:txBody>
      </p:sp>
    </p:spTree>
    <p:extLst>
      <p:ext uri="{BB962C8B-B14F-4D97-AF65-F5344CB8AC3E}">
        <p14:creationId xmlns:p14="http://schemas.microsoft.com/office/powerpoint/2010/main" val="3336448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686C32E-E384-D143-B83B-E857404021C6}"/>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ABA3A3F9-F84B-7549-A1F8-329661C3958B}"/>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p:txBody>
      </p:sp>
      <p:pic>
        <p:nvPicPr>
          <p:cNvPr id="4" name="Imagen 3" descr="Texto&#10;&#10;Descripción generada automáticamente">
            <a:extLst>
              <a:ext uri="{FF2B5EF4-FFF2-40B4-BE49-F238E27FC236}">
                <a16:creationId xmlns:a16="http://schemas.microsoft.com/office/drawing/2014/main" id="{6EC61ED8-BC2A-41C5-80E7-E568C11893CC}"/>
              </a:ext>
            </a:extLst>
          </p:cNvPr>
          <p:cNvPicPr>
            <a:picLocks noChangeAspect="1"/>
          </p:cNvPicPr>
          <p:nvPr/>
        </p:nvPicPr>
        <p:blipFill>
          <a:blip r:embed="rId2"/>
          <a:stretch>
            <a:fillRect/>
          </a:stretch>
        </p:blipFill>
        <p:spPr>
          <a:xfrm>
            <a:off x="2230979" y="852320"/>
            <a:ext cx="7730041" cy="5153360"/>
          </a:xfrm>
          <a:prstGeom prst="rect">
            <a:avLst/>
          </a:prstGeom>
        </p:spPr>
      </p:pic>
      <p:sp>
        <p:nvSpPr>
          <p:cNvPr id="5" name="Rectángulo 4">
            <a:extLst>
              <a:ext uri="{FF2B5EF4-FFF2-40B4-BE49-F238E27FC236}">
                <a16:creationId xmlns:a16="http://schemas.microsoft.com/office/drawing/2014/main" id="{E7BDAFCA-58E2-54CE-E9D9-6886F3B2A0B5}"/>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30724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686C32E-E384-D143-B83B-E857404021C6}"/>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ABA3A3F9-F84B-7549-A1F8-329661C3958B}"/>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p:txBody>
      </p:sp>
      <p:pic>
        <p:nvPicPr>
          <p:cNvPr id="4" name="Imagen 3">
            <a:extLst>
              <a:ext uri="{FF2B5EF4-FFF2-40B4-BE49-F238E27FC236}">
                <a16:creationId xmlns:a16="http://schemas.microsoft.com/office/drawing/2014/main" id="{60256885-C371-4FC5-AD7B-88950722A9F2}"/>
              </a:ext>
            </a:extLst>
          </p:cNvPr>
          <p:cNvPicPr>
            <a:picLocks noChangeAspect="1"/>
          </p:cNvPicPr>
          <p:nvPr/>
        </p:nvPicPr>
        <p:blipFill>
          <a:blip r:embed="rId2"/>
          <a:stretch>
            <a:fillRect/>
          </a:stretch>
        </p:blipFill>
        <p:spPr>
          <a:xfrm>
            <a:off x="571211" y="2180363"/>
            <a:ext cx="11049578" cy="2497273"/>
          </a:xfrm>
          <a:prstGeom prst="rect">
            <a:avLst/>
          </a:prstGeom>
        </p:spPr>
      </p:pic>
      <p:sp>
        <p:nvSpPr>
          <p:cNvPr id="5" name="CuadroTexto 4">
            <a:extLst>
              <a:ext uri="{FF2B5EF4-FFF2-40B4-BE49-F238E27FC236}">
                <a16:creationId xmlns:a16="http://schemas.microsoft.com/office/drawing/2014/main" id="{44771456-4023-5A4D-3205-25EDB82C430C}"/>
              </a:ext>
            </a:extLst>
          </p:cNvPr>
          <p:cNvSpPr txBox="1"/>
          <p:nvPr/>
        </p:nvSpPr>
        <p:spPr>
          <a:xfrm>
            <a:off x="2607733" y="1379976"/>
            <a:ext cx="3330222" cy="400110"/>
          </a:xfrm>
          <a:prstGeom prst="rect">
            <a:avLst/>
          </a:prstGeom>
          <a:noFill/>
        </p:spPr>
        <p:txBody>
          <a:bodyPr wrap="square" rtlCol="0">
            <a:spAutoFit/>
          </a:bodyPr>
          <a:lstStyle/>
          <a:p>
            <a:r>
              <a:rPr lang="es-ES" sz="2000" b="1">
                <a:sym typeface="Wingdings" panose="05000000000000000000" pitchFamily="2" charset="2"/>
              </a:rPr>
              <a:t> Negative response</a:t>
            </a:r>
            <a:endParaRPr lang="es-ES" sz="2000" b="1"/>
          </a:p>
        </p:txBody>
      </p:sp>
      <p:sp>
        <p:nvSpPr>
          <p:cNvPr id="6" name="Rectángulo 5">
            <a:extLst>
              <a:ext uri="{FF2B5EF4-FFF2-40B4-BE49-F238E27FC236}">
                <a16:creationId xmlns:a16="http://schemas.microsoft.com/office/drawing/2014/main" id="{11DE456E-C96B-68DE-43E1-33DD74653A70}"/>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579347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686C32E-E384-D143-B83B-E857404021C6}"/>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ABA3A3F9-F84B-7549-A1F8-329661C3958B}"/>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p:txBody>
      </p:sp>
      <p:pic>
        <p:nvPicPr>
          <p:cNvPr id="5" name="Imagen 4">
            <a:extLst>
              <a:ext uri="{FF2B5EF4-FFF2-40B4-BE49-F238E27FC236}">
                <a16:creationId xmlns:a16="http://schemas.microsoft.com/office/drawing/2014/main" id="{7F159DA2-8CA6-4947-B223-AB37E130CC60}"/>
              </a:ext>
            </a:extLst>
          </p:cNvPr>
          <p:cNvPicPr>
            <a:picLocks noChangeAspect="1"/>
          </p:cNvPicPr>
          <p:nvPr/>
        </p:nvPicPr>
        <p:blipFill>
          <a:blip r:embed="rId2"/>
          <a:stretch>
            <a:fillRect/>
          </a:stretch>
        </p:blipFill>
        <p:spPr>
          <a:xfrm>
            <a:off x="3939686" y="748108"/>
            <a:ext cx="4312627" cy="5548267"/>
          </a:xfrm>
          <a:prstGeom prst="rect">
            <a:avLst/>
          </a:prstGeom>
        </p:spPr>
      </p:pic>
      <p:sp>
        <p:nvSpPr>
          <p:cNvPr id="6" name="Rectángulo 5">
            <a:extLst>
              <a:ext uri="{FF2B5EF4-FFF2-40B4-BE49-F238E27FC236}">
                <a16:creationId xmlns:a16="http://schemas.microsoft.com/office/drawing/2014/main" id="{9FBD53B4-2C7C-4C64-4F9A-EB984A6E76EB}"/>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26CA9711-C40C-2A93-62C2-3A59534713F6}"/>
              </a:ext>
            </a:extLst>
          </p:cNvPr>
          <p:cNvSpPr/>
          <p:nvPr/>
        </p:nvSpPr>
        <p:spPr>
          <a:xfrm>
            <a:off x="4038600" y="1268361"/>
            <a:ext cx="2293374" cy="5407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3CBD433F-6728-75CC-29B9-898FC3D28E86}"/>
              </a:ext>
            </a:extLst>
          </p:cNvPr>
          <p:cNvSpPr/>
          <p:nvPr/>
        </p:nvSpPr>
        <p:spPr>
          <a:xfrm>
            <a:off x="4109884" y="2664542"/>
            <a:ext cx="1858297" cy="4227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437F00FD-3377-C910-486D-06F4FA1F57D9}"/>
              </a:ext>
            </a:extLst>
          </p:cNvPr>
          <p:cNvSpPr/>
          <p:nvPr/>
        </p:nvSpPr>
        <p:spPr>
          <a:xfrm>
            <a:off x="4109884" y="4080387"/>
            <a:ext cx="3008671" cy="2556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81651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CDA0DA79-9BB0-4093-A7DE-3D05660FABAC}"/>
              </a:ext>
            </a:extLst>
          </p:cNvPr>
          <p:cNvSpPr>
            <a:spLocks noGrp="1"/>
          </p:cNvSpPr>
          <p:nvPr>
            <p:ph type="ftr" sz="quarter" idx="10"/>
          </p:nvPr>
        </p:nvSpPr>
        <p:spPr/>
        <p:txBody>
          <a:bodyPr/>
          <a:lstStyle/>
          <a:p>
            <a:r>
              <a:rPr lang="fr-FR" err="1"/>
              <a:t>Unified</a:t>
            </a:r>
            <a:r>
              <a:rPr lang="fr-FR"/>
              <a:t> Diagnostic Services</a:t>
            </a:r>
          </a:p>
        </p:txBody>
      </p:sp>
      <p:sp>
        <p:nvSpPr>
          <p:cNvPr id="3" name="Marcador de texto 2">
            <a:extLst>
              <a:ext uri="{FF2B5EF4-FFF2-40B4-BE49-F238E27FC236}">
                <a16:creationId xmlns:a16="http://schemas.microsoft.com/office/drawing/2014/main" id="{C3390683-037F-4722-A59D-9EAAB4C6F687}"/>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a:p>
            <a:endParaRPr lang="es-ES"/>
          </a:p>
        </p:txBody>
      </p:sp>
      <p:sp>
        <p:nvSpPr>
          <p:cNvPr id="8" name="Marcador de texto 7">
            <a:extLst>
              <a:ext uri="{FF2B5EF4-FFF2-40B4-BE49-F238E27FC236}">
                <a16:creationId xmlns:a16="http://schemas.microsoft.com/office/drawing/2014/main" id="{0B0387BC-0C8A-4A85-B31E-D0B4F3A5BD3C}"/>
              </a:ext>
            </a:extLst>
          </p:cNvPr>
          <p:cNvSpPr>
            <a:spLocks noGrp="1"/>
          </p:cNvSpPr>
          <p:nvPr>
            <p:ph type="body" sz="quarter" idx="15"/>
          </p:nvPr>
        </p:nvSpPr>
        <p:spPr>
          <a:xfrm>
            <a:off x="485776" y="873125"/>
            <a:ext cx="11218298" cy="5495925"/>
          </a:xfrm>
        </p:spPr>
        <p:txBody>
          <a:bodyPr/>
          <a:lstStyle/>
          <a:p>
            <a:pPr marL="0" indent="0">
              <a:buNone/>
            </a:pPr>
            <a:r>
              <a:rPr lang="es-ES"/>
              <a:t>CONTROL DE SESION:</a:t>
            </a:r>
          </a:p>
          <a:p>
            <a:r>
              <a:rPr kumimoji="0" lang="es-ES" sz="1800" b="0" i="0" u="none" strike="noStrike" kern="1200" cap="none" spc="0" normalizeH="0" baseline="0" noProof="0">
                <a:ln>
                  <a:noFill/>
                </a:ln>
                <a:solidFill>
                  <a:srgbClr val="000000"/>
                </a:solidFill>
                <a:effectLst/>
                <a:uLnTx/>
                <a:uFillTx/>
                <a:latin typeface="Read Light"/>
                <a:ea typeface="+mn-ea"/>
                <a:cs typeface="+mn-cs"/>
                <a:sym typeface="Wingdings" panose="05000000000000000000" pitchFamily="2" charset="2"/>
              </a:rPr>
              <a:t>Por razones de seguridad, no todos los servicios están disponibles en la sesión por defecto.</a:t>
            </a:r>
            <a:endParaRPr lang="es-ES"/>
          </a:p>
        </p:txBody>
      </p:sp>
      <p:graphicFrame>
        <p:nvGraphicFramePr>
          <p:cNvPr id="10" name="Tabla 10">
            <a:extLst>
              <a:ext uri="{FF2B5EF4-FFF2-40B4-BE49-F238E27FC236}">
                <a16:creationId xmlns:a16="http://schemas.microsoft.com/office/drawing/2014/main" id="{2EE38DDA-47C4-4FB3-A756-6F30927C11B6}"/>
              </a:ext>
            </a:extLst>
          </p:cNvPr>
          <p:cNvGraphicFramePr>
            <a:graphicFrameLocks noGrp="1"/>
          </p:cNvGraphicFramePr>
          <p:nvPr/>
        </p:nvGraphicFramePr>
        <p:xfrm>
          <a:off x="1711579" y="2065374"/>
          <a:ext cx="8943939" cy="74168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err="1"/>
                        <a:t>Diagnostic</a:t>
                      </a:r>
                      <a:r>
                        <a:rPr lang="es-ES"/>
                        <a:t> </a:t>
                      </a:r>
                      <a:r>
                        <a:rPr lang="es-ES" err="1"/>
                        <a:t>Session</a:t>
                      </a:r>
                      <a:r>
                        <a:rPr lang="es-ES"/>
                        <a:t> Control</a:t>
                      </a:r>
                    </a:p>
                  </a:txBody>
                  <a:tcPr/>
                </a:tc>
                <a:tc>
                  <a:txBody>
                    <a:bodyPr/>
                    <a:lstStyle/>
                    <a:p>
                      <a:r>
                        <a:rPr lang="es-ES"/>
                        <a:t>0X10</a:t>
                      </a:r>
                    </a:p>
                  </a:txBody>
                  <a:tcPr/>
                </a:tc>
                <a:tc>
                  <a:txBody>
                    <a:bodyPr/>
                    <a:lstStyle/>
                    <a:p>
                      <a:r>
                        <a:rPr lang="es-ES"/>
                        <a:t>0x50</a:t>
                      </a:r>
                    </a:p>
                  </a:txBody>
                  <a:tcPr/>
                </a:tc>
                <a:extLst>
                  <a:ext uri="{0D108BD9-81ED-4DB2-BD59-A6C34878D82A}">
                    <a16:rowId xmlns:a16="http://schemas.microsoft.com/office/drawing/2014/main" val="1308532672"/>
                  </a:ext>
                </a:extLst>
              </a:tr>
            </a:tbl>
          </a:graphicData>
        </a:graphic>
      </p:graphicFrame>
      <p:graphicFrame>
        <p:nvGraphicFramePr>
          <p:cNvPr id="11" name="Tabla 11">
            <a:extLst>
              <a:ext uri="{FF2B5EF4-FFF2-40B4-BE49-F238E27FC236}">
                <a16:creationId xmlns:a16="http://schemas.microsoft.com/office/drawing/2014/main" id="{47BB109D-84B4-4643-BF8D-288C6A01E13B}"/>
              </a:ext>
            </a:extLst>
          </p:cNvPr>
          <p:cNvGraphicFramePr>
            <a:graphicFrameLocks noGrp="1"/>
          </p:cNvGraphicFramePr>
          <p:nvPr/>
        </p:nvGraphicFramePr>
        <p:xfrm>
          <a:off x="945967" y="3341932"/>
          <a:ext cx="5424831" cy="2225040"/>
        </p:xfrm>
        <a:graphic>
          <a:graphicData uri="http://schemas.openxmlformats.org/drawingml/2006/table">
            <a:tbl>
              <a:tblPr firstRow="1" bandRow="1">
                <a:tableStyleId>{5C22544A-7EE6-4342-B048-85BDC9FD1C3A}</a:tableStyleId>
              </a:tblPr>
              <a:tblGrid>
                <a:gridCol w="1748378">
                  <a:extLst>
                    <a:ext uri="{9D8B030D-6E8A-4147-A177-3AD203B41FA5}">
                      <a16:colId xmlns:a16="http://schemas.microsoft.com/office/drawing/2014/main" val="2480833987"/>
                    </a:ext>
                  </a:extLst>
                </a:gridCol>
                <a:gridCol w="3676453">
                  <a:extLst>
                    <a:ext uri="{9D8B030D-6E8A-4147-A177-3AD203B41FA5}">
                      <a16:colId xmlns:a16="http://schemas.microsoft.com/office/drawing/2014/main" val="2452484240"/>
                    </a:ext>
                  </a:extLst>
                </a:gridCol>
              </a:tblGrid>
              <a:tr h="370840">
                <a:tc>
                  <a:txBody>
                    <a:bodyPr/>
                    <a:lstStyle/>
                    <a:p>
                      <a:r>
                        <a:rPr lang="es-ES" err="1"/>
                        <a:t>Subfunction</a:t>
                      </a:r>
                      <a:r>
                        <a:rPr lang="es-ES"/>
                        <a:t> ID</a:t>
                      </a:r>
                    </a:p>
                  </a:txBody>
                  <a:tcPr/>
                </a:tc>
                <a:tc>
                  <a:txBody>
                    <a:bodyPr/>
                    <a:lstStyle/>
                    <a:p>
                      <a:r>
                        <a:rPr lang="es-ES" err="1"/>
                        <a:t>Session</a:t>
                      </a:r>
                      <a:endParaRPr lang="es-ES"/>
                    </a:p>
                  </a:txBody>
                  <a:tcPr/>
                </a:tc>
                <a:extLst>
                  <a:ext uri="{0D108BD9-81ED-4DB2-BD59-A6C34878D82A}">
                    <a16:rowId xmlns:a16="http://schemas.microsoft.com/office/drawing/2014/main" val="3789269951"/>
                  </a:ext>
                </a:extLst>
              </a:tr>
              <a:tr h="370840">
                <a:tc>
                  <a:txBody>
                    <a:bodyPr/>
                    <a:lstStyle/>
                    <a:p>
                      <a:r>
                        <a:rPr lang="es-ES"/>
                        <a:t>0x01</a:t>
                      </a:r>
                    </a:p>
                  </a:txBody>
                  <a:tcPr/>
                </a:tc>
                <a:tc>
                  <a:txBody>
                    <a:bodyPr/>
                    <a:lstStyle/>
                    <a:p>
                      <a:r>
                        <a:rPr lang="es-ES"/>
                        <a:t>Default </a:t>
                      </a:r>
                      <a:r>
                        <a:rPr lang="es-ES" err="1"/>
                        <a:t>Session</a:t>
                      </a:r>
                      <a:endParaRPr lang="es-ES"/>
                    </a:p>
                  </a:txBody>
                  <a:tcPr/>
                </a:tc>
                <a:extLst>
                  <a:ext uri="{0D108BD9-81ED-4DB2-BD59-A6C34878D82A}">
                    <a16:rowId xmlns:a16="http://schemas.microsoft.com/office/drawing/2014/main" val="61078580"/>
                  </a:ext>
                </a:extLst>
              </a:tr>
              <a:tr h="370840">
                <a:tc>
                  <a:txBody>
                    <a:bodyPr/>
                    <a:lstStyle/>
                    <a:p>
                      <a:r>
                        <a:rPr lang="es-ES"/>
                        <a:t>0x02</a:t>
                      </a:r>
                    </a:p>
                  </a:txBody>
                  <a:tcPr/>
                </a:tc>
                <a:tc>
                  <a:txBody>
                    <a:bodyPr/>
                    <a:lstStyle/>
                    <a:p>
                      <a:r>
                        <a:rPr lang="es-ES" err="1"/>
                        <a:t>Programming</a:t>
                      </a:r>
                      <a:r>
                        <a:rPr lang="es-ES"/>
                        <a:t> </a:t>
                      </a:r>
                      <a:r>
                        <a:rPr lang="es-ES" err="1"/>
                        <a:t>Session</a:t>
                      </a:r>
                      <a:endParaRPr lang="es-ES"/>
                    </a:p>
                  </a:txBody>
                  <a:tcPr/>
                </a:tc>
                <a:extLst>
                  <a:ext uri="{0D108BD9-81ED-4DB2-BD59-A6C34878D82A}">
                    <a16:rowId xmlns:a16="http://schemas.microsoft.com/office/drawing/2014/main" val="2690336963"/>
                  </a:ext>
                </a:extLst>
              </a:tr>
              <a:tr h="370840">
                <a:tc>
                  <a:txBody>
                    <a:bodyPr/>
                    <a:lstStyle/>
                    <a:p>
                      <a:r>
                        <a:rPr lang="es-ES"/>
                        <a:t>0x03</a:t>
                      </a:r>
                    </a:p>
                  </a:txBody>
                  <a:tcPr/>
                </a:tc>
                <a:tc>
                  <a:txBody>
                    <a:bodyPr/>
                    <a:lstStyle/>
                    <a:p>
                      <a:r>
                        <a:rPr lang="es-ES"/>
                        <a:t>Extended </a:t>
                      </a:r>
                      <a:r>
                        <a:rPr lang="es-ES" err="1"/>
                        <a:t>Session</a:t>
                      </a:r>
                      <a:endParaRPr lang="es-ES"/>
                    </a:p>
                  </a:txBody>
                  <a:tcPr/>
                </a:tc>
                <a:extLst>
                  <a:ext uri="{0D108BD9-81ED-4DB2-BD59-A6C34878D82A}">
                    <a16:rowId xmlns:a16="http://schemas.microsoft.com/office/drawing/2014/main" val="1670688142"/>
                  </a:ext>
                </a:extLst>
              </a:tr>
              <a:tr h="370840">
                <a:tc>
                  <a:txBody>
                    <a:bodyPr/>
                    <a:lstStyle/>
                    <a:p>
                      <a:r>
                        <a:rPr lang="es-ES"/>
                        <a:t>0x04</a:t>
                      </a:r>
                    </a:p>
                  </a:txBody>
                  <a:tcPr/>
                </a:tc>
                <a:tc>
                  <a:txBody>
                    <a:bodyPr/>
                    <a:lstStyle/>
                    <a:p>
                      <a:r>
                        <a:rPr lang="es-ES"/>
                        <a:t>Safety </a:t>
                      </a:r>
                      <a:r>
                        <a:rPr lang="es-ES" err="1"/>
                        <a:t>System</a:t>
                      </a:r>
                      <a:r>
                        <a:rPr lang="es-ES"/>
                        <a:t> </a:t>
                      </a:r>
                      <a:r>
                        <a:rPr lang="es-ES" err="1"/>
                        <a:t>Diagnostic</a:t>
                      </a:r>
                      <a:r>
                        <a:rPr lang="es-ES"/>
                        <a:t> </a:t>
                      </a:r>
                      <a:r>
                        <a:rPr lang="es-ES" err="1"/>
                        <a:t>Session</a:t>
                      </a:r>
                      <a:endParaRPr lang="es-ES"/>
                    </a:p>
                  </a:txBody>
                  <a:tcPr/>
                </a:tc>
                <a:extLst>
                  <a:ext uri="{0D108BD9-81ED-4DB2-BD59-A6C34878D82A}">
                    <a16:rowId xmlns:a16="http://schemas.microsoft.com/office/drawing/2014/main" val="1906357996"/>
                  </a:ext>
                </a:extLst>
              </a:tr>
              <a:tr h="370840">
                <a:tc>
                  <a:txBody>
                    <a:bodyPr/>
                    <a:lstStyle/>
                    <a:p>
                      <a:r>
                        <a:rPr lang="es-ES">
                          <a:highlight>
                            <a:srgbClr val="FFFF00"/>
                          </a:highlight>
                        </a:rPr>
                        <a:t>0xYY</a:t>
                      </a:r>
                    </a:p>
                  </a:txBody>
                  <a:tcPr/>
                </a:tc>
                <a:tc>
                  <a:txBody>
                    <a:bodyPr/>
                    <a:lstStyle/>
                    <a:p>
                      <a:r>
                        <a:rPr lang="es-ES">
                          <a:highlight>
                            <a:srgbClr val="FFFF00"/>
                          </a:highlight>
                        </a:rPr>
                        <a:t>FOTA </a:t>
                      </a:r>
                      <a:r>
                        <a:rPr lang="es-ES" err="1">
                          <a:highlight>
                            <a:srgbClr val="FFFF00"/>
                          </a:highlight>
                        </a:rPr>
                        <a:t>Session</a:t>
                      </a:r>
                      <a:endParaRPr lang="es-ES">
                        <a:highlight>
                          <a:srgbClr val="FFFF00"/>
                        </a:highlight>
                      </a:endParaRPr>
                    </a:p>
                  </a:txBody>
                  <a:tcPr/>
                </a:tc>
                <a:extLst>
                  <a:ext uri="{0D108BD9-81ED-4DB2-BD59-A6C34878D82A}">
                    <a16:rowId xmlns:a16="http://schemas.microsoft.com/office/drawing/2014/main" val="1986780869"/>
                  </a:ext>
                </a:extLst>
              </a:tr>
            </a:tbl>
          </a:graphicData>
        </a:graphic>
      </p:graphicFrame>
      <p:pic>
        <p:nvPicPr>
          <p:cNvPr id="13" name="Imagen 12">
            <a:extLst>
              <a:ext uri="{FF2B5EF4-FFF2-40B4-BE49-F238E27FC236}">
                <a16:creationId xmlns:a16="http://schemas.microsoft.com/office/drawing/2014/main" id="{82FB0DAD-B20F-4211-822A-CA7123726AD6}"/>
              </a:ext>
            </a:extLst>
          </p:cNvPr>
          <p:cNvPicPr>
            <a:picLocks noChangeAspect="1"/>
          </p:cNvPicPr>
          <p:nvPr/>
        </p:nvPicPr>
        <p:blipFill>
          <a:blip r:embed="rId2"/>
          <a:stretch>
            <a:fillRect/>
          </a:stretch>
        </p:blipFill>
        <p:spPr>
          <a:xfrm>
            <a:off x="6861421" y="3623040"/>
            <a:ext cx="4352030" cy="1662825"/>
          </a:xfrm>
          <a:prstGeom prst="rect">
            <a:avLst/>
          </a:prstGeom>
        </p:spPr>
      </p:pic>
      <p:sp>
        <p:nvSpPr>
          <p:cNvPr id="5" name="Rectángulo 4">
            <a:extLst>
              <a:ext uri="{FF2B5EF4-FFF2-40B4-BE49-F238E27FC236}">
                <a16:creationId xmlns:a16="http://schemas.microsoft.com/office/drawing/2014/main" id="{5EB292BC-6EEC-12F2-BCD1-3DD33ACFD39A}"/>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4755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CDA0DA79-9BB0-4093-A7DE-3D05660FABAC}"/>
              </a:ext>
            </a:extLst>
          </p:cNvPr>
          <p:cNvSpPr>
            <a:spLocks noGrp="1"/>
          </p:cNvSpPr>
          <p:nvPr>
            <p:ph type="ftr" sz="quarter" idx="10"/>
          </p:nvPr>
        </p:nvSpPr>
        <p:spPr/>
        <p:txBody>
          <a:bodyPr/>
          <a:lstStyle/>
          <a:p>
            <a:r>
              <a:rPr lang="fr-FR" err="1"/>
              <a:t>Unified</a:t>
            </a:r>
            <a:r>
              <a:rPr lang="fr-FR"/>
              <a:t> Diagnostic Services</a:t>
            </a:r>
          </a:p>
        </p:txBody>
      </p:sp>
      <p:sp>
        <p:nvSpPr>
          <p:cNvPr id="3" name="Marcador de texto 2">
            <a:extLst>
              <a:ext uri="{FF2B5EF4-FFF2-40B4-BE49-F238E27FC236}">
                <a16:creationId xmlns:a16="http://schemas.microsoft.com/office/drawing/2014/main" id="{C3390683-037F-4722-A59D-9EAAB4C6F687}"/>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a:p>
            <a:endParaRPr lang="es-ES"/>
          </a:p>
        </p:txBody>
      </p:sp>
      <p:sp>
        <p:nvSpPr>
          <p:cNvPr id="8" name="Marcador de texto 7">
            <a:extLst>
              <a:ext uri="{FF2B5EF4-FFF2-40B4-BE49-F238E27FC236}">
                <a16:creationId xmlns:a16="http://schemas.microsoft.com/office/drawing/2014/main" id="{0B0387BC-0C8A-4A85-B31E-D0B4F3A5BD3C}"/>
              </a:ext>
            </a:extLst>
          </p:cNvPr>
          <p:cNvSpPr>
            <a:spLocks noGrp="1"/>
          </p:cNvSpPr>
          <p:nvPr>
            <p:ph type="body" sz="quarter" idx="15"/>
          </p:nvPr>
        </p:nvSpPr>
        <p:spPr>
          <a:xfrm>
            <a:off x="485776" y="873125"/>
            <a:ext cx="11218298" cy="418347"/>
          </a:xfrm>
        </p:spPr>
        <p:txBody>
          <a:bodyPr/>
          <a:lstStyle/>
          <a:p>
            <a:pPr marL="0" indent="0">
              <a:buNone/>
            </a:pPr>
            <a:r>
              <a:rPr lang="es-ES" err="1"/>
              <a:t>Tester</a:t>
            </a:r>
            <a:r>
              <a:rPr lang="es-ES"/>
              <a:t> </a:t>
            </a:r>
            <a:r>
              <a:rPr lang="es-ES" err="1"/>
              <a:t>present</a:t>
            </a:r>
            <a:r>
              <a:rPr lang="es-ES"/>
              <a:t> </a:t>
            </a:r>
            <a:r>
              <a:rPr lang="es-ES">
                <a:sym typeface="Wingdings" panose="05000000000000000000" pitchFamily="2" charset="2"/>
              </a:rPr>
              <a:t> para mantener la sesión</a:t>
            </a:r>
            <a:endParaRPr lang="es-ES"/>
          </a:p>
        </p:txBody>
      </p:sp>
      <p:graphicFrame>
        <p:nvGraphicFramePr>
          <p:cNvPr id="10" name="Tabla 10">
            <a:extLst>
              <a:ext uri="{FF2B5EF4-FFF2-40B4-BE49-F238E27FC236}">
                <a16:creationId xmlns:a16="http://schemas.microsoft.com/office/drawing/2014/main" id="{2EE38DDA-47C4-4FB3-A756-6F30927C11B6}"/>
              </a:ext>
            </a:extLst>
          </p:cNvPr>
          <p:cNvGraphicFramePr>
            <a:graphicFrameLocks noGrp="1"/>
          </p:cNvGraphicFramePr>
          <p:nvPr/>
        </p:nvGraphicFramePr>
        <p:xfrm>
          <a:off x="1228104" y="1374352"/>
          <a:ext cx="8943939" cy="74168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err="1"/>
                        <a:t>Tester</a:t>
                      </a:r>
                      <a:r>
                        <a:rPr lang="es-ES"/>
                        <a:t> </a:t>
                      </a:r>
                      <a:r>
                        <a:rPr lang="es-ES" err="1"/>
                        <a:t>present</a:t>
                      </a:r>
                      <a:endParaRPr lang="es-ES"/>
                    </a:p>
                  </a:txBody>
                  <a:tcPr/>
                </a:tc>
                <a:tc>
                  <a:txBody>
                    <a:bodyPr/>
                    <a:lstStyle/>
                    <a:p>
                      <a:r>
                        <a:rPr lang="es-ES"/>
                        <a:t>0X3E</a:t>
                      </a:r>
                    </a:p>
                  </a:txBody>
                  <a:tcPr/>
                </a:tc>
                <a:tc>
                  <a:txBody>
                    <a:bodyPr/>
                    <a:lstStyle/>
                    <a:p>
                      <a:r>
                        <a:rPr lang="es-ES"/>
                        <a:t>0x7E</a:t>
                      </a:r>
                    </a:p>
                  </a:txBody>
                  <a:tcPr/>
                </a:tc>
                <a:extLst>
                  <a:ext uri="{0D108BD9-81ED-4DB2-BD59-A6C34878D82A}">
                    <a16:rowId xmlns:a16="http://schemas.microsoft.com/office/drawing/2014/main" val="1308532672"/>
                  </a:ext>
                </a:extLst>
              </a:tr>
            </a:tbl>
          </a:graphicData>
        </a:graphic>
      </p:graphicFrame>
      <p:graphicFrame>
        <p:nvGraphicFramePr>
          <p:cNvPr id="9" name="Tabla 10">
            <a:extLst>
              <a:ext uri="{FF2B5EF4-FFF2-40B4-BE49-F238E27FC236}">
                <a16:creationId xmlns:a16="http://schemas.microsoft.com/office/drawing/2014/main" id="{DDDB9948-0806-4113-AA87-6C9AE582504A}"/>
              </a:ext>
            </a:extLst>
          </p:cNvPr>
          <p:cNvGraphicFramePr>
            <a:graphicFrameLocks noGrp="1"/>
          </p:cNvGraphicFramePr>
          <p:nvPr/>
        </p:nvGraphicFramePr>
        <p:xfrm>
          <a:off x="1228103" y="2940772"/>
          <a:ext cx="8943939" cy="74168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a:t>ECU </a:t>
                      </a:r>
                      <a:r>
                        <a:rPr lang="es-ES" err="1"/>
                        <a:t>Reset</a:t>
                      </a:r>
                      <a:endParaRPr lang="es-ES"/>
                    </a:p>
                  </a:txBody>
                  <a:tcPr/>
                </a:tc>
                <a:tc>
                  <a:txBody>
                    <a:bodyPr/>
                    <a:lstStyle/>
                    <a:p>
                      <a:r>
                        <a:rPr lang="es-ES"/>
                        <a:t>0X11</a:t>
                      </a:r>
                    </a:p>
                  </a:txBody>
                  <a:tcPr/>
                </a:tc>
                <a:tc>
                  <a:txBody>
                    <a:bodyPr/>
                    <a:lstStyle/>
                    <a:p>
                      <a:r>
                        <a:rPr lang="es-ES"/>
                        <a:t>0x51</a:t>
                      </a:r>
                    </a:p>
                  </a:txBody>
                  <a:tcPr/>
                </a:tc>
                <a:extLst>
                  <a:ext uri="{0D108BD9-81ED-4DB2-BD59-A6C34878D82A}">
                    <a16:rowId xmlns:a16="http://schemas.microsoft.com/office/drawing/2014/main" val="1308532672"/>
                  </a:ext>
                </a:extLst>
              </a:tr>
            </a:tbl>
          </a:graphicData>
        </a:graphic>
      </p:graphicFrame>
      <p:sp>
        <p:nvSpPr>
          <p:cNvPr id="12" name="Marcador de texto 7">
            <a:extLst>
              <a:ext uri="{FF2B5EF4-FFF2-40B4-BE49-F238E27FC236}">
                <a16:creationId xmlns:a16="http://schemas.microsoft.com/office/drawing/2014/main" id="{5CC5B176-E2FD-4673-B55A-F7F29F6917FD}"/>
              </a:ext>
            </a:extLst>
          </p:cNvPr>
          <p:cNvSpPr txBox="1">
            <a:spLocks/>
          </p:cNvSpPr>
          <p:nvPr/>
        </p:nvSpPr>
        <p:spPr>
          <a:xfrm>
            <a:off x="485775" y="2416580"/>
            <a:ext cx="11218298" cy="418347"/>
          </a:xfrm>
          <a:prstGeom prst="rect">
            <a:avLst/>
          </a:prstGeom>
        </p:spPr>
        <p:txBody>
          <a:bodyPr lIns="0" tIns="0" rIns="0" bIns="0"/>
          <a:lstStyle>
            <a:lvl1pPr marL="0" indent="0" algn="l" defTabSz="914377" rtl="0" eaLnBrk="1" latinLnBrk="0" hangingPunct="1">
              <a:lnSpc>
                <a:spcPct val="100000"/>
              </a:lnSpc>
              <a:spcBef>
                <a:spcPts val="600"/>
              </a:spcBef>
              <a:spcAft>
                <a:spcPts val="600"/>
              </a:spcAft>
              <a:buFont typeface="Arial" panose="020B0604020202020204" pitchFamily="34" charset="0"/>
              <a:buNone/>
              <a:defRPr lang="en-GB" sz="1800" b="1" kern="1200" cap="all" baseline="0" noProof="1">
                <a:solidFill>
                  <a:schemeClr val="tx2"/>
                </a:solidFill>
                <a:latin typeface="Read" panose="020B0501020204020B04" pitchFamily="34" charset="0"/>
                <a:ea typeface="+mn-ea"/>
                <a:cs typeface="+mn-cs"/>
              </a:defRPr>
            </a:lvl1pPr>
            <a:lvl2pPr marL="0" indent="0" algn="l" defTabSz="914377" rtl="0" eaLnBrk="1" latinLnBrk="0" hangingPunct="1">
              <a:lnSpc>
                <a:spcPct val="100000"/>
              </a:lnSpc>
              <a:spcBef>
                <a:spcPts val="0"/>
              </a:spcBef>
              <a:spcAft>
                <a:spcPts val="600"/>
              </a:spcAft>
              <a:buClr>
                <a:schemeClr val="tx2"/>
              </a:buClr>
              <a:buFontTx/>
              <a:buNone/>
              <a:defRPr lang="en-GB" sz="1400" b="0" i="0" kern="1200" noProof="1">
                <a:solidFill>
                  <a:schemeClr val="tx1"/>
                </a:solidFill>
                <a:latin typeface="+mn-lt"/>
                <a:ea typeface="+mn-ea"/>
                <a:cs typeface="+mn-cs"/>
              </a:defRPr>
            </a:lvl2pPr>
            <a:lvl3pPr marL="269875" indent="-182563" algn="l" defTabSz="914377" rtl="0" eaLnBrk="1" latinLnBrk="0" hangingPunct="1">
              <a:lnSpc>
                <a:spcPct val="100000"/>
              </a:lnSpc>
              <a:spcBef>
                <a:spcPts val="0"/>
              </a:spcBef>
              <a:spcAft>
                <a:spcPts val="600"/>
              </a:spcAft>
              <a:buClr>
                <a:schemeClr val="tx2"/>
              </a:buClr>
              <a:buFont typeface="Arial" panose="020B0604020202020204" pitchFamily="34" charset="0"/>
              <a:buChar char="•"/>
              <a:defRPr lang="en-GB" sz="1400" b="0" i="0" kern="1200" noProof="1">
                <a:solidFill>
                  <a:schemeClr val="tx1"/>
                </a:solidFill>
                <a:latin typeface="+mn-lt"/>
                <a:ea typeface="+mn-ea"/>
                <a:cs typeface="+mn-cs"/>
              </a:defRPr>
            </a:lvl3pPr>
            <a:lvl4pPr marL="357188" indent="-176213" algn="l" defTabSz="914377" rtl="0" eaLnBrk="1" latinLnBrk="0" hangingPunct="1">
              <a:lnSpc>
                <a:spcPct val="100000"/>
              </a:lnSpc>
              <a:spcBef>
                <a:spcPts val="0"/>
              </a:spcBef>
              <a:spcAft>
                <a:spcPts val="600"/>
              </a:spcAft>
              <a:buClr>
                <a:schemeClr val="tx2"/>
              </a:buClr>
              <a:buFont typeface="Renault Group" pitchFamily="2" charset="0"/>
              <a:buChar char="-"/>
              <a:defRPr lang="en-GB" sz="1400" b="0" i="0" kern="1200" noProof="1">
                <a:solidFill>
                  <a:schemeClr val="tx1"/>
                </a:solidFill>
                <a:latin typeface="+mn-lt"/>
                <a:ea typeface="+mn-ea"/>
                <a:cs typeface="+mn-cs"/>
              </a:defRPr>
            </a:lvl4pPr>
            <a:lvl5pPr marL="539750"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5pPr>
            <a:lvl6pPr marL="714375"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6pPr>
            <a:lvl7pPr marL="896938"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7pPr>
            <a:lvl8pPr marL="1079500"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8pPr>
            <a:lvl9pPr marL="1254125"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9pPr>
          </a:lstStyle>
          <a:p>
            <a:r>
              <a:rPr lang="es-ES"/>
              <a:t>ECU RESET</a:t>
            </a:r>
          </a:p>
        </p:txBody>
      </p:sp>
      <p:graphicFrame>
        <p:nvGraphicFramePr>
          <p:cNvPr id="14" name="Tabla 11">
            <a:extLst>
              <a:ext uri="{FF2B5EF4-FFF2-40B4-BE49-F238E27FC236}">
                <a16:creationId xmlns:a16="http://schemas.microsoft.com/office/drawing/2014/main" id="{2D908033-9CD6-4B2F-900A-078D77B9EB17}"/>
              </a:ext>
            </a:extLst>
          </p:cNvPr>
          <p:cNvGraphicFramePr>
            <a:graphicFrameLocks noGrp="1"/>
          </p:cNvGraphicFramePr>
          <p:nvPr/>
        </p:nvGraphicFramePr>
        <p:xfrm>
          <a:off x="2987656" y="3967762"/>
          <a:ext cx="5424831" cy="1483360"/>
        </p:xfrm>
        <a:graphic>
          <a:graphicData uri="http://schemas.openxmlformats.org/drawingml/2006/table">
            <a:tbl>
              <a:tblPr firstRow="1" bandRow="1">
                <a:tableStyleId>{5C22544A-7EE6-4342-B048-85BDC9FD1C3A}</a:tableStyleId>
              </a:tblPr>
              <a:tblGrid>
                <a:gridCol w="1748378">
                  <a:extLst>
                    <a:ext uri="{9D8B030D-6E8A-4147-A177-3AD203B41FA5}">
                      <a16:colId xmlns:a16="http://schemas.microsoft.com/office/drawing/2014/main" val="2480833987"/>
                    </a:ext>
                  </a:extLst>
                </a:gridCol>
                <a:gridCol w="3676453">
                  <a:extLst>
                    <a:ext uri="{9D8B030D-6E8A-4147-A177-3AD203B41FA5}">
                      <a16:colId xmlns:a16="http://schemas.microsoft.com/office/drawing/2014/main" val="2452484240"/>
                    </a:ext>
                  </a:extLst>
                </a:gridCol>
              </a:tblGrid>
              <a:tr h="370840">
                <a:tc>
                  <a:txBody>
                    <a:bodyPr/>
                    <a:lstStyle/>
                    <a:p>
                      <a:r>
                        <a:rPr lang="es-ES" err="1"/>
                        <a:t>Subfunction</a:t>
                      </a:r>
                      <a:r>
                        <a:rPr lang="es-ES"/>
                        <a:t> ID</a:t>
                      </a:r>
                    </a:p>
                  </a:txBody>
                  <a:tcPr/>
                </a:tc>
                <a:tc>
                  <a:txBody>
                    <a:bodyPr/>
                    <a:lstStyle/>
                    <a:p>
                      <a:r>
                        <a:rPr lang="es-ES" err="1"/>
                        <a:t>Session</a:t>
                      </a:r>
                      <a:endParaRPr lang="es-ES"/>
                    </a:p>
                  </a:txBody>
                  <a:tcPr/>
                </a:tc>
                <a:extLst>
                  <a:ext uri="{0D108BD9-81ED-4DB2-BD59-A6C34878D82A}">
                    <a16:rowId xmlns:a16="http://schemas.microsoft.com/office/drawing/2014/main" val="3789269951"/>
                  </a:ext>
                </a:extLst>
              </a:tr>
              <a:tr h="370840">
                <a:tc>
                  <a:txBody>
                    <a:bodyPr/>
                    <a:lstStyle/>
                    <a:p>
                      <a:r>
                        <a:rPr lang="es-ES"/>
                        <a:t>0x01</a:t>
                      </a:r>
                    </a:p>
                  </a:txBody>
                  <a:tcPr/>
                </a:tc>
                <a:tc>
                  <a:txBody>
                    <a:bodyPr/>
                    <a:lstStyle/>
                    <a:p>
                      <a:r>
                        <a:rPr lang="es-ES" sz="1800" b="0" i="0" kern="1200" err="1">
                          <a:solidFill>
                            <a:schemeClr val="dk1"/>
                          </a:solidFill>
                          <a:effectLst/>
                          <a:latin typeface="+mn-lt"/>
                          <a:ea typeface="+mn-ea"/>
                          <a:cs typeface="+mn-cs"/>
                        </a:rPr>
                        <a:t>Hard</a:t>
                      </a:r>
                      <a:r>
                        <a:rPr lang="es-ES" sz="1800" b="0" i="0" kern="1200">
                          <a:solidFill>
                            <a:schemeClr val="dk1"/>
                          </a:solidFill>
                          <a:effectLst/>
                          <a:latin typeface="+mn-lt"/>
                          <a:ea typeface="+mn-ea"/>
                          <a:cs typeface="+mn-cs"/>
                        </a:rPr>
                        <a:t> </a:t>
                      </a:r>
                      <a:r>
                        <a:rPr lang="es-ES" sz="1800" b="0" i="0" kern="1200" err="1">
                          <a:solidFill>
                            <a:schemeClr val="dk1"/>
                          </a:solidFill>
                          <a:effectLst/>
                          <a:latin typeface="+mn-lt"/>
                          <a:ea typeface="+mn-ea"/>
                          <a:cs typeface="+mn-cs"/>
                        </a:rPr>
                        <a:t>Reset</a:t>
                      </a:r>
                      <a:endParaRPr lang="es-ES"/>
                    </a:p>
                  </a:txBody>
                  <a:tcPr/>
                </a:tc>
                <a:extLst>
                  <a:ext uri="{0D108BD9-81ED-4DB2-BD59-A6C34878D82A}">
                    <a16:rowId xmlns:a16="http://schemas.microsoft.com/office/drawing/2014/main" val="61078580"/>
                  </a:ext>
                </a:extLst>
              </a:tr>
              <a:tr h="370840">
                <a:tc>
                  <a:txBody>
                    <a:bodyPr/>
                    <a:lstStyle/>
                    <a:p>
                      <a:r>
                        <a:rPr lang="es-ES"/>
                        <a:t>0x02</a:t>
                      </a:r>
                    </a:p>
                  </a:txBody>
                  <a:tcPr/>
                </a:tc>
                <a:tc>
                  <a:txBody>
                    <a:bodyPr/>
                    <a:lstStyle/>
                    <a:p>
                      <a:r>
                        <a:rPr lang="es-ES" sz="1800" b="0" i="0" kern="1200">
                          <a:solidFill>
                            <a:schemeClr val="dk1"/>
                          </a:solidFill>
                          <a:effectLst/>
                          <a:latin typeface="+mn-lt"/>
                          <a:ea typeface="+mn-ea"/>
                          <a:cs typeface="+mn-cs"/>
                        </a:rPr>
                        <a:t>Key OFF – ON </a:t>
                      </a:r>
                      <a:r>
                        <a:rPr lang="es-ES" sz="1800" b="0" i="0" kern="1200" err="1">
                          <a:solidFill>
                            <a:schemeClr val="dk1"/>
                          </a:solidFill>
                          <a:effectLst/>
                          <a:latin typeface="+mn-lt"/>
                          <a:ea typeface="+mn-ea"/>
                          <a:cs typeface="+mn-cs"/>
                        </a:rPr>
                        <a:t>Reset</a:t>
                      </a:r>
                      <a:endParaRPr lang="es-ES"/>
                    </a:p>
                  </a:txBody>
                  <a:tcPr/>
                </a:tc>
                <a:extLst>
                  <a:ext uri="{0D108BD9-81ED-4DB2-BD59-A6C34878D82A}">
                    <a16:rowId xmlns:a16="http://schemas.microsoft.com/office/drawing/2014/main" val="2690336963"/>
                  </a:ext>
                </a:extLst>
              </a:tr>
              <a:tr h="370840">
                <a:tc>
                  <a:txBody>
                    <a:bodyPr/>
                    <a:lstStyle/>
                    <a:p>
                      <a:r>
                        <a:rPr lang="es-ES"/>
                        <a:t>0x03</a:t>
                      </a:r>
                    </a:p>
                  </a:txBody>
                  <a:tcPr/>
                </a:tc>
                <a:tc>
                  <a:txBody>
                    <a:bodyPr/>
                    <a:lstStyle/>
                    <a:p>
                      <a:r>
                        <a:rPr lang="es-ES" sz="1800" b="0" i="0" kern="1200">
                          <a:solidFill>
                            <a:schemeClr val="dk1"/>
                          </a:solidFill>
                          <a:effectLst/>
                          <a:latin typeface="+mn-lt"/>
                          <a:ea typeface="+mn-ea"/>
                          <a:cs typeface="+mn-cs"/>
                        </a:rPr>
                        <a:t>Software </a:t>
                      </a:r>
                      <a:r>
                        <a:rPr lang="es-ES" sz="1800" b="0" i="0" kern="1200" err="1">
                          <a:solidFill>
                            <a:schemeClr val="dk1"/>
                          </a:solidFill>
                          <a:effectLst/>
                          <a:latin typeface="+mn-lt"/>
                          <a:ea typeface="+mn-ea"/>
                          <a:cs typeface="+mn-cs"/>
                        </a:rPr>
                        <a:t>Reset</a:t>
                      </a:r>
                      <a:endParaRPr lang="es-ES"/>
                    </a:p>
                  </a:txBody>
                  <a:tcPr/>
                </a:tc>
                <a:extLst>
                  <a:ext uri="{0D108BD9-81ED-4DB2-BD59-A6C34878D82A}">
                    <a16:rowId xmlns:a16="http://schemas.microsoft.com/office/drawing/2014/main" val="1670688142"/>
                  </a:ext>
                </a:extLst>
              </a:tr>
            </a:tbl>
          </a:graphicData>
        </a:graphic>
      </p:graphicFrame>
      <p:sp>
        <p:nvSpPr>
          <p:cNvPr id="6" name="Rectángulo 5">
            <a:extLst>
              <a:ext uri="{FF2B5EF4-FFF2-40B4-BE49-F238E27FC236}">
                <a16:creationId xmlns:a16="http://schemas.microsoft.com/office/drawing/2014/main" id="{ECFEA20E-1A5A-4985-903F-49450491C4DE}"/>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96523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CDA0DA79-9BB0-4093-A7DE-3D05660FABAC}"/>
              </a:ext>
            </a:extLst>
          </p:cNvPr>
          <p:cNvSpPr>
            <a:spLocks noGrp="1"/>
          </p:cNvSpPr>
          <p:nvPr>
            <p:ph type="ftr" sz="quarter" idx="10"/>
          </p:nvPr>
        </p:nvSpPr>
        <p:spPr/>
        <p:txBody>
          <a:bodyPr/>
          <a:lstStyle/>
          <a:p>
            <a:r>
              <a:rPr lang="fr-FR" err="1"/>
              <a:t>Unified</a:t>
            </a:r>
            <a:r>
              <a:rPr lang="fr-FR"/>
              <a:t> Diagnostic Services</a:t>
            </a:r>
          </a:p>
        </p:txBody>
      </p:sp>
      <p:sp>
        <p:nvSpPr>
          <p:cNvPr id="3" name="Marcador de texto 2">
            <a:extLst>
              <a:ext uri="{FF2B5EF4-FFF2-40B4-BE49-F238E27FC236}">
                <a16:creationId xmlns:a16="http://schemas.microsoft.com/office/drawing/2014/main" id="{C3390683-037F-4722-A59D-9EAAB4C6F687}"/>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a:p>
            <a:endParaRPr lang="es-ES"/>
          </a:p>
        </p:txBody>
      </p:sp>
      <p:sp>
        <p:nvSpPr>
          <p:cNvPr id="8" name="Marcador de texto 7">
            <a:extLst>
              <a:ext uri="{FF2B5EF4-FFF2-40B4-BE49-F238E27FC236}">
                <a16:creationId xmlns:a16="http://schemas.microsoft.com/office/drawing/2014/main" id="{0B0387BC-0C8A-4A85-B31E-D0B4F3A5BD3C}"/>
              </a:ext>
            </a:extLst>
          </p:cNvPr>
          <p:cNvSpPr>
            <a:spLocks noGrp="1"/>
          </p:cNvSpPr>
          <p:nvPr>
            <p:ph type="body" sz="quarter" idx="15"/>
          </p:nvPr>
        </p:nvSpPr>
        <p:spPr>
          <a:xfrm>
            <a:off x="485776" y="873125"/>
            <a:ext cx="11218298" cy="418347"/>
          </a:xfrm>
        </p:spPr>
        <p:txBody>
          <a:bodyPr/>
          <a:lstStyle/>
          <a:p>
            <a:r>
              <a:rPr lang="es-ES"/>
              <a:t>Security Access </a:t>
            </a:r>
            <a:r>
              <a:rPr lang="es-ES">
                <a:sym typeface="Wingdings" panose="05000000000000000000" pitchFamily="2" charset="2"/>
              </a:rPr>
              <a:t> para activar servicios más críticos con autenticación</a:t>
            </a:r>
            <a:endParaRPr lang="es-ES"/>
          </a:p>
        </p:txBody>
      </p:sp>
      <p:graphicFrame>
        <p:nvGraphicFramePr>
          <p:cNvPr id="10" name="Tabla 10">
            <a:extLst>
              <a:ext uri="{FF2B5EF4-FFF2-40B4-BE49-F238E27FC236}">
                <a16:creationId xmlns:a16="http://schemas.microsoft.com/office/drawing/2014/main" id="{2EE38DDA-47C4-4FB3-A756-6F30927C11B6}"/>
              </a:ext>
            </a:extLst>
          </p:cNvPr>
          <p:cNvGraphicFramePr>
            <a:graphicFrameLocks noGrp="1"/>
          </p:cNvGraphicFramePr>
          <p:nvPr/>
        </p:nvGraphicFramePr>
        <p:xfrm>
          <a:off x="1228104" y="1374352"/>
          <a:ext cx="8943939" cy="74168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a:t>Security Access</a:t>
                      </a:r>
                    </a:p>
                  </a:txBody>
                  <a:tcPr/>
                </a:tc>
                <a:tc>
                  <a:txBody>
                    <a:bodyPr/>
                    <a:lstStyle/>
                    <a:p>
                      <a:r>
                        <a:rPr lang="es-ES"/>
                        <a:t>0X27</a:t>
                      </a:r>
                    </a:p>
                  </a:txBody>
                  <a:tcPr/>
                </a:tc>
                <a:tc>
                  <a:txBody>
                    <a:bodyPr/>
                    <a:lstStyle/>
                    <a:p>
                      <a:r>
                        <a:rPr lang="es-ES"/>
                        <a:t>0x67</a:t>
                      </a:r>
                    </a:p>
                  </a:txBody>
                  <a:tcPr/>
                </a:tc>
                <a:extLst>
                  <a:ext uri="{0D108BD9-81ED-4DB2-BD59-A6C34878D82A}">
                    <a16:rowId xmlns:a16="http://schemas.microsoft.com/office/drawing/2014/main" val="1308532672"/>
                  </a:ext>
                </a:extLst>
              </a:tr>
            </a:tbl>
          </a:graphicData>
        </a:graphic>
      </p:graphicFrame>
      <p:graphicFrame>
        <p:nvGraphicFramePr>
          <p:cNvPr id="9" name="Tabla 10">
            <a:extLst>
              <a:ext uri="{FF2B5EF4-FFF2-40B4-BE49-F238E27FC236}">
                <a16:creationId xmlns:a16="http://schemas.microsoft.com/office/drawing/2014/main" id="{DDDB9948-0806-4113-AA87-6C9AE582504A}"/>
              </a:ext>
            </a:extLst>
          </p:cNvPr>
          <p:cNvGraphicFramePr>
            <a:graphicFrameLocks noGrp="1"/>
          </p:cNvGraphicFramePr>
          <p:nvPr/>
        </p:nvGraphicFramePr>
        <p:xfrm>
          <a:off x="1228103" y="2940772"/>
          <a:ext cx="8943939" cy="74168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err="1"/>
                        <a:t>Routine</a:t>
                      </a:r>
                      <a:r>
                        <a:rPr lang="es-ES"/>
                        <a:t> Control</a:t>
                      </a:r>
                    </a:p>
                  </a:txBody>
                  <a:tcPr/>
                </a:tc>
                <a:tc>
                  <a:txBody>
                    <a:bodyPr/>
                    <a:lstStyle/>
                    <a:p>
                      <a:r>
                        <a:rPr lang="es-ES"/>
                        <a:t>0X31</a:t>
                      </a:r>
                    </a:p>
                  </a:txBody>
                  <a:tcPr/>
                </a:tc>
                <a:tc>
                  <a:txBody>
                    <a:bodyPr/>
                    <a:lstStyle/>
                    <a:p>
                      <a:r>
                        <a:rPr lang="es-ES"/>
                        <a:t>0x71</a:t>
                      </a:r>
                    </a:p>
                  </a:txBody>
                  <a:tcPr/>
                </a:tc>
                <a:extLst>
                  <a:ext uri="{0D108BD9-81ED-4DB2-BD59-A6C34878D82A}">
                    <a16:rowId xmlns:a16="http://schemas.microsoft.com/office/drawing/2014/main" val="1308532672"/>
                  </a:ext>
                </a:extLst>
              </a:tr>
            </a:tbl>
          </a:graphicData>
        </a:graphic>
      </p:graphicFrame>
      <p:sp>
        <p:nvSpPr>
          <p:cNvPr id="12" name="Marcador de texto 7">
            <a:extLst>
              <a:ext uri="{FF2B5EF4-FFF2-40B4-BE49-F238E27FC236}">
                <a16:creationId xmlns:a16="http://schemas.microsoft.com/office/drawing/2014/main" id="{5CC5B176-E2FD-4673-B55A-F7F29F6917FD}"/>
              </a:ext>
            </a:extLst>
          </p:cNvPr>
          <p:cNvSpPr txBox="1">
            <a:spLocks/>
          </p:cNvSpPr>
          <p:nvPr/>
        </p:nvSpPr>
        <p:spPr>
          <a:xfrm>
            <a:off x="485775" y="2416580"/>
            <a:ext cx="11218298" cy="418347"/>
          </a:xfrm>
          <a:prstGeom prst="rect">
            <a:avLst/>
          </a:prstGeom>
        </p:spPr>
        <p:txBody>
          <a:bodyPr lIns="0" tIns="0" rIns="0" bIns="0"/>
          <a:lstStyle>
            <a:lvl1pPr marL="0" indent="0" algn="l" defTabSz="914377" rtl="0" eaLnBrk="1" latinLnBrk="0" hangingPunct="1">
              <a:lnSpc>
                <a:spcPct val="100000"/>
              </a:lnSpc>
              <a:spcBef>
                <a:spcPts val="600"/>
              </a:spcBef>
              <a:spcAft>
                <a:spcPts val="600"/>
              </a:spcAft>
              <a:buFont typeface="Arial" panose="020B0604020202020204" pitchFamily="34" charset="0"/>
              <a:buNone/>
              <a:defRPr lang="en-GB" sz="1800" b="1" kern="1200" cap="all" baseline="0" noProof="1">
                <a:solidFill>
                  <a:schemeClr val="tx2"/>
                </a:solidFill>
                <a:latin typeface="Read" panose="020B0501020204020B04" pitchFamily="34" charset="0"/>
                <a:ea typeface="+mn-ea"/>
                <a:cs typeface="+mn-cs"/>
              </a:defRPr>
            </a:lvl1pPr>
            <a:lvl2pPr marL="0" indent="0" algn="l" defTabSz="914377" rtl="0" eaLnBrk="1" latinLnBrk="0" hangingPunct="1">
              <a:lnSpc>
                <a:spcPct val="100000"/>
              </a:lnSpc>
              <a:spcBef>
                <a:spcPts val="0"/>
              </a:spcBef>
              <a:spcAft>
                <a:spcPts val="600"/>
              </a:spcAft>
              <a:buClr>
                <a:schemeClr val="tx2"/>
              </a:buClr>
              <a:buFontTx/>
              <a:buNone/>
              <a:defRPr lang="en-GB" sz="1400" b="0" i="0" kern="1200" noProof="1">
                <a:solidFill>
                  <a:schemeClr val="tx1"/>
                </a:solidFill>
                <a:latin typeface="+mn-lt"/>
                <a:ea typeface="+mn-ea"/>
                <a:cs typeface="+mn-cs"/>
              </a:defRPr>
            </a:lvl2pPr>
            <a:lvl3pPr marL="269875" indent="-182563" algn="l" defTabSz="914377" rtl="0" eaLnBrk="1" latinLnBrk="0" hangingPunct="1">
              <a:lnSpc>
                <a:spcPct val="100000"/>
              </a:lnSpc>
              <a:spcBef>
                <a:spcPts val="0"/>
              </a:spcBef>
              <a:spcAft>
                <a:spcPts val="600"/>
              </a:spcAft>
              <a:buClr>
                <a:schemeClr val="tx2"/>
              </a:buClr>
              <a:buFont typeface="Arial" panose="020B0604020202020204" pitchFamily="34" charset="0"/>
              <a:buChar char="•"/>
              <a:defRPr lang="en-GB" sz="1400" b="0" i="0" kern="1200" noProof="1">
                <a:solidFill>
                  <a:schemeClr val="tx1"/>
                </a:solidFill>
                <a:latin typeface="+mn-lt"/>
                <a:ea typeface="+mn-ea"/>
                <a:cs typeface="+mn-cs"/>
              </a:defRPr>
            </a:lvl3pPr>
            <a:lvl4pPr marL="357188" indent="-176213" algn="l" defTabSz="914377" rtl="0" eaLnBrk="1" latinLnBrk="0" hangingPunct="1">
              <a:lnSpc>
                <a:spcPct val="100000"/>
              </a:lnSpc>
              <a:spcBef>
                <a:spcPts val="0"/>
              </a:spcBef>
              <a:spcAft>
                <a:spcPts val="600"/>
              </a:spcAft>
              <a:buClr>
                <a:schemeClr val="tx2"/>
              </a:buClr>
              <a:buFont typeface="Renault Group" pitchFamily="2" charset="0"/>
              <a:buChar char="-"/>
              <a:defRPr lang="en-GB" sz="1400" b="0" i="0" kern="1200" noProof="1">
                <a:solidFill>
                  <a:schemeClr val="tx1"/>
                </a:solidFill>
                <a:latin typeface="+mn-lt"/>
                <a:ea typeface="+mn-ea"/>
                <a:cs typeface="+mn-cs"/>
              </a:defRPr>
            </a:lvl4pPr>
            <a:lvl5pPr marL="539750"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5pPr>
            <a:lvl6pPr marL="714375"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6pPr>
            <a:lvl7pPr marL="896938"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7pPr>
            <a:lvl8pPr marL="1079500"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8pPr>
            <a:lvl9pPr marL="1254125" indent="0" algn="l" defTabSz="914377"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9pPr>
          </a:lstStyle>
          <a:p>
            <a:r>
              <a:rPr lang="es-ES" err="1"/>
              <a:t>Routine</a:t>
            </a:r>
            <a:r>
              <a:rPr lang="es-ES"/>
              <a:t> control </a:t>
            </a:r>
            <a:r>
              <a:rPr lang="es-ES">
                <a:sym typeface="Wingdings" panose="05000000000000000000" pitchFamily="2" charset="2"/>
              </a:rPr>
              <a:t> Activación de servicios/programas especiales</a:t>
            </a:r>
            <a:endParaRPr lang="es-ES"/>
          </a:p>
        </p:txBody>
      </p:sp>
      <p:sp>
        <p:nvSpPr>
          <p:cNvPr id="5" name="Rectángulo 4">
            <a:extLst>
              <a:ext uri="{FF2B5EF4-FFF2-40B4-BE49-F238E27FC236}">
                <a16:creationId xmlns:a16="http://schemas.microsoft.com/office/drawing/2014/main" id="{584CD56F-9C7C-0AE8-0EC1-5E49C34C343F}"/>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Marcador de texto 7">
            <a:extLst>
              <a:ext uri="{FF2B5EF4-FFF2-40B4-BE49-F238E27FC236}">
                <a16:creationId xmlns:a16="http://schemas.microsoft.com/office/drawing/2014/main" id="{C01439F1-7627-0A09-6B64-1F20FE2AE218}"/>
              </a:ext>
            </a:extLst>
          </p:cNvPr>
          <p:cNvSpPr txBox="1">
            <a:spLocks/>
          </p:cNvSpPr>
          <p:nvPr/>
        </p:nvSpPr>
        <p:spPr>
          <a:xfrm>
            <a:off x="485775" y="3994725"/>
            <a:ext cx="11218298" cy="418347"/>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lang="en-GB" sz="1800" b="1" kern="1200" cap="all" baseline="0" noProof="1">
                <a:solidFill>
                  <a:schemeClr val="tx2"/>
                </a:solidFill>
                <a:latin typeface="Read" panose="020B0501020204020B04" pitchFamily="34" charset="0"/>
                <a:ea typeface="+mn-ea"/>
                <a:cs typeface="+mn-cs"/>
              </a:defRPr>
            </a:lvl1pPr>
            <a:lvl2pPr marL="0" indent="0" algn="l" defTabSz="914400" rtl="0" eaLnBrk="1" latinLnBrk="0" hangingPunct="1">
              <a:lnSpc>
                <a:spcPct val="100000"/>
              </a:lnSpc>
              <a:spcBef>
                <a:spcPts val="0"/>
              </a:spcBef>
              <a:spcAft>
                <a:spcPts val="600"/>
              </a:spcAft>
              <a:buFontTx/>
              <a:buNone/>
              <a:defRPr lang="en-GB" sz="1400" b="0" i="0" kern="1200" noProof="1">
                <a:solidFill>
                  <a:schemeClr val="tx1"/>
                </a:solidFill>
                <a:latin typeface="+mn-lt"/>
                <a:ea typeface="+mn-ea"/>
                <a:cs typeface="+mn-cs"/>
              </a:defRPr>
            </a:lvl2pPr>
            <a:lvl3pPr marL="269875" indent="-182563" algn="l" defTabSz="914400" rtl="0" eaLnBrk="1" latinLnBrk="0" hangingPunct="1">
              <a:lnSpc>
                <a:spcPct val="100000"/>
              </a:lnSpc>
              <a:spcBef>
                <a:spcPts val="0"/>
              </a:spcBef>
              <a:spcAft>
                <a:spcPts val="600"/>
              </a:spcAft>
              <a:buClr>
                <a:schemeClr val="tx2"/>
              </a:buClr>
              <a:buFont typeface="Arial" panose="020B0604020202020204" pitchFamily="34" charset="0"/>
              <a:buChar char="•"/>
              <a:defRPr lang="en-GB" sz="1400" b="0" i="0" kern="1200" noProof="1">
                <a:solidFill>
                  <a:schemeClr val="tx1"/>
                </a:solidFill>
                <a:latin typeface="+mn-lt"/>
                <a:ea typeface="+mn-ea"/>
                <a:cs typeface="+mn-cs"/>
              </a:defRPr>
            </a:lvl3pPr>
            <a:lvl4pPr marL="357188" indent="-176213" algn="l" defTabSz="914400" rtl="0" eaLnBrk="1" latinLnBrk="0" hangingPunct="1">
              <a:lnSpc>
                <a:spcPct val="100000"/>
              </a:lnSpc>
              <a:spcBef>
                <a:spcPts val="0"/>
              </a:spcBef>
              <a:spcAft>
                <a:spcPts val="600"/>
              </a:spcAft>
              <a:buClr>
                <a:schemeClr val="tx2"/>
              </a:buClr>
              <a:buFont typeface="Renault Group" pitchFamily="2" charset="0"/>
              <a:buChar char="-"/>
              <a:defRPr lang="en-GB" sz="1400" b="0" i="0" kern="1200" noProof="1">
                <a:solidFill>
                  <a:schemeClr val="tx1"/>
                </a:solidFill>
                <a:latin typeface="+mn-lt"/>
                <a:ea typeface="+mn-ea"/>
                <a:cs typeface="+mn-cs"/>
              </a:defRPr>
            </a:lvl4pPr>
            <a:lvl5pPr marL="539750" indent="0" algn="l" defTabSz="914400" rtl="0" eaLnBrk="1" latinLnBrk="0" hangingPunct="1">
              <a:lnSpc>
                <a:spcPct val="100000"/>
              </a:lnSpc>
              <a:spcBef>
                <a:spcPts val="0"/>
              </a:spcBef>
              <a:spcAft>
                <a:spcPts val="600"/>
              </a:spcAft>
              <a:buFont typeface="Arial" panose="020B0604020202020204" pitchFamily="34" charset="0"/>
              <a:buChar char="•"/>
              <a:defRPr lang="en-GB" sz="1400" b="0" i="0" kern="1200" noProof="1">
                <a:solidFill>
                  <a:schemeClr val="tx1"/>
                </a:solidFill>
                <a:latin typeface="+mn-lt"/>
                <a:ea typeface="+mn-ea"/>
                <a:cs typeface="+mn-cs"/>
              </a:defRPr>
            </a:lvl5pPr>
            <a:lvl6pPr marL="714375" indent="0" algn="l" defTabSz="914400"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6pPr>
            <a:lvl7pPr marL="896938" indent="0" algn="l" defTabSz="914400"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7pPr>
            <a:lvl8pPr marL="1079500" indent="0" algn="l" defTabSz="914400"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8pPr>
            <a:lvl9pPr marL="1254125" indent="0" algn="l" defTabSz="914400" rtl="0" eaLnBrk="1" latinLnBrk="0" hangingPunct="1">
              <a:lnSpc>
                <a:spcPct val="100000"/>
              </a:lnSpc>
              <a:spcBef>
                <a:spcPts val="0"/>
              </a:spcBef>
              <a:spcAft>
                <a:spcPts val="600"/>
              </a:spcAft>
              <a:buFont typeface="Arial" panose="020B0604020202020204" pitchFamily="34" charset="0"/>
              <a:buNone/>
              <a:defRPr lang="en-GB" sz="1400" b="0" i="0" kern="1200" noProof="1">
                <a:solidFill>
                  <a:schemeClr val="tx1"/>
                </a:solidFill>
                <a:latin typeface="+mn-lt"/>
                <a:ea typeface="+mn-ea"/>
                <a:cs typeface="+mn-cs"/>
              </a:defRPr>
            </a:lvl9pPr>
          </a:lstStyle>
          <a:p>
            <a:pPr marL="0" indent="0">
              <a:buFont typeface="Arial" panose="020B0604020202020204" pitchFamily="34" charset="0"/>
              <a:buNone/>
            </a:pPr>
            <a:r>
              <a:rPr lang="es-ES" err="1"/>
              <a:t>Read</a:t>
            </a:r>
            <a:r>
              <a:rPr lang="es-ES"/>
              <a:t>/</a:t>
            </a:r>
            <a:r>
              <a:rPr lang="es-ES" err="1"/>
              <a:t>Write</a:t>
            </a:r>
            <a:r>
              <a:rPr lang="es-ES"/>
              <a:t> </a:t>
            </a:r>
            <a:r>
              <a:rPr lang="es-ES" err="1"/>
              <a:t>by</a:t>
            </a:r>
            <a:r>
              <a:rPr lang="es-ES"/>
              <a:t> </a:t>
            </a:r>
            <a:r>
              <a:rPr lang="es-ES" err="1"/>
              <a:t>identifier</a:t>
            </a:r>
            <a:r>
              <a:rPr lang="es-ES">
                <a:sym typeface="Wingdings" panose="05000000000000000000" pitchFamily="2" charset="2"/>
              </a:rPr>
              <a:t> Para leer/escribir </a:t>
            </a:r>
            <a:r>
              <a:rPr lang="es-ES" err="1">
                <a:sym typeface="Wingdings" panose="05000000000000000000" pitchFamily="2" charset="2"/>
              </a:rPr>
              <a:t>DIDs</a:t>
            </a:r>
            <a:endParaRPr lang="es-ES"/>
          </a:p>
        </p:txBody>
      </p:sp>
      <p:graphicFrame>
        <p:nvGraphicFramePr>
          <p:cNvPr id="6" name="Tabla 10">
            <a:extLst>
              <a:ext uri="{FF2B5EF4-FFF2-40B4-BE49-F238E27FC236}">
                <a16:creationId xmlns:a16="http://schemas.microsoft.com/office/drawing/2014/main" id="{1EBD3D96-2FAA-344F-B353-E53A7C6E0CB6}"/>
              </a:ext>
            </a:extLst>
          </p:cNvPr>
          <p:cNvGraphicFramePr>
            <a:graphicFrameLocks noGrp="1"/>
          </p:cNvGraphicFramePr>
          <p:nvPr/>
        </p:nvGraphicFramePr>
        <p:xfrm>
          <a:off x="1228102" y="4601698"/>
          <a:ext cx="8943939" cy="1112520"/>
        </p:xfrm>
        <a:graphic>
          <a:graphicData uri="http://schemas.openxmlformats.org/drawingml/2006/table">
            <a:tbl>
              <a:tblPr firstRow="1" bandRow="1">
                <a:tableStyleId>{5C22544A-7EE6-4342-B048-85BDC9FD1C3A}</a:tableStyleId>
              </a:tblPr>
              <a:tblGrid>
                <a:gridCol w="2981313">
                  <a:extLst>
                    <a:ext uri="{9D8B030D-6E8A-4147-A177-3AD203B41FA5}">
                      <a16:colId xmlns:a16="http://schemas.microsoft.com/office/drawing/2014/main" val="262055447"/>
                    </a:ext>
                  </a:extLst>
                </a:gridCol>
                <a:gridCol w="2981313">
                  <a:extLst>
                    <a:ext uri="{9D8B030D-6E8A-4147-A177-3AD203B41FA5}">
                      <a16:colId xmlns:a16="http://schemas.microsoft.com/office/drawing/2014/main" val="3269824149"/>
                    </a:ext>
                  </a:extLst>
                </a:gridCol>
                <a:gridCol w="2981313">
                  <a:extLst>
                    <a:ext uri="{9D8B030D-6E8A-4147-A177-3AD203B41FA5}">
                      <a16:colId xmlns:a16="http://schemas.microsoft.com/office/drawing/2014/main" val="3324684637"/>
                    </a:ext>
                  </a:extLst>
                </a:gridCol>
              </a:tblGrid>
              <a:tr h="370840">
                <a:tc>
                  <a:txBody>
                    <a:bodyPr/>
                    <a:lstStyle/>
                    <a:p>
                      <a:r>
                        <a:rPr lang="es-ES" err="1"/>
                        <a:t>Service</a:t>
                      </a:r>
                      <a:r>
                        <a:rPr lang="es-ES"/>
                        <a:t> </a:t>
                      </a:r>
                      <a:r>
                        <a:rPr lang="es-ES" err="1"/>
                        <a:t>Name</a:t>
                      </a:r>
                      <a:endParaRPr lang="es-ES"/>
                    </a:p>
                  </a:txBody>
                  <a:tcPr/>
                </a:tc>
                <a:tc>
                  <a:txBody>
                    <a:bodyPr/>
                    <a:lstStyle/>
                    <a:p>
                      <a:r>
                        <a:rPr lang="es-ES" err="1"/>
                        <a:t>Request</a:t>
                      </a:r>
                      <a:r>
                        <a:rPr lang="es-ES"/>
                        <a:t> ID</a:t>
                      </a:r>
                    </a:p>
                  </a:txBody>
                  <a:tcPr/>
                </a:tc>
                <a:tc>
                  <a:txBody>
                    <a:bodyPr/>
                    <a:lstStyle/>
                    <a:p>
                      <a:r>
                        <a:rPr lang="es-ES"/>
                        <a:t>Response ID</a:t>
                      </a:r>
                    </a:p>
                  </a:txBody>
                  <a:tcPr/>
                </a:tc>
                <a:extLst>
                  <a:ext uri="{0D108BD9-81ED-4DB2-BD59-A6C34878D82A}">
                    <a16:rowId xmlns:a16="http://schemas.microsoft.com/office/drawing/2014/main" val="1795047346"/>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err="1"/>
                        <a:t>Read</a:t>
                      </a:r>
                      <a:r>
                        <a:rPr lang="es-ES"/>
                        <a:t> Data </a:t>
                      </a:r>
                      <a:r>
                        <a:rPr lang="es-ES" err="1"/>
                        <a:t>by</a:t>
                      </a:r>
                      <a:r>
                        <a:rPr lang="es-ES"/>
                        <a:t> </a:t>
                      </a:r>
                      <a:r>
                        <a:rPr lang="es-ES" err="1"/>
                        <a:t>Identifier</a:t>
                      </a:r>
                      <a:endParaRPr lang="es-ES"/>
                    </a:p>
                  </a:txBody>
                  <a:tcPr/>
                </a:tc>
                <a:tc>
                  <a:txBody>
                    <a:bodyPr/>
                    <a:lstStyle/>
                    <a:p>
                      <a:r>
                        <a:rPr lang="es-ES"/>
                        <a:t>0X22</a:t>
                      </a:r>
                    </a:p>
                  </a:txBody>
                  <a:tcPr/>
                </a:tc>
                <a:tc>
                  <a:txBody>
                    <a:bodyPr/>
                    <a:lstStyle/>
                    <a:p>
                      <a:r>
                        <a:rPr lang="es-ES"/>
                        <a:t>0x62</a:t>
                      </a:r>
                    </a:p>
                  </a:txBody>
                  <a:tcPr/>
                </a:tc>
                <a:extLst>
                  <a:ext uri="{0D108BD9-81ED-4DB2-BD59-A6C34878D82A}">
                    <a16:rowId xmlns:a16="http://schemas.microsoft.com/office/drawing/2014/main" val="1308532672"/>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err="1"/>
                        <a:t>Write</a:t>
                      </a:r>
                      <a:r>
                        <a:rPr lang="es-ES"/>
                        <a:t> Data </a:t>
                      </a:r>
                      <a:r>
                        <a:rPr lang="es-ES" err="1"/>
                        <a:t>by</a:t>
                      </a:r>
                      <a:r>
                        <a:rPr lang="es-ES"/>
                        <a:t> </a:t>
                      </a:r>
                      <a:r>
                        <a:rPr lang="es-ES" err="1"/>
                        <a:t>Identifier</a:t>
                      </a:r>
                      <a:endParaRPr lang="es-ES"/>
                    </a:p>
                  </a:txBody>
                  <a:tcPr/>
                </a:tc>
                <a:tc>
                  <a:txBody>
                    <a:bodyPr/>
                    <a:lstStyle/>
                    <a:p>
                      <a:r>
                        <a:rPr lang="es-ES"/>
                        <a:t>0x2E</a:t>
                      </a:r>
                    </a:p>
                  </a:txBody>
                  <a:tcPr/>
                </a:tc>
                <a:tc>
                  <a:txBody>
                    <a:bodyPr/>
                    <a:lstStyle/>
                    <a:p>
                      <a:r>
                        <a:rPr lang="es-ES"/>
                        <a:t>0x6E</a:t>
                      </a:r>
                    </a:p>
                  </a:txBody>
                  <a:tcPr/>
                </a:tc>
                <a:extLst>
                  <a:ext uri="{0D108BD9-81ED-4DB2-BD59-A6C34878D82A}">
                    <a16:rowId xmlns:a16="http://schemas.microsoft.com/office/drawing/2014/main" val="3622265090"/>
                  </a:ext>
                </a:extLst>
              </a:tr>
            </a:tbl>
          </a:graphicData>
        </a:graphic>
      </p:graphicFrame>
    </p:spTree>
    <p:extLst>
      <p:ext uri="{BB962C8B-B14F-4D97-AF65-F5344CB8AC3E}">
        <p14:creationId xmlns:p14="http://schemas.microsoft.com/office/powerpoint/2010/main" val="407027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6BADE-8CC8-C64D-8DD9-38FD80BCA86B}"/>
            </a:ext>
          </a:extLst>
        </p:cNvPr>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D2B5AA1-A3B3-CF25-30E6-E8732587837B}"/>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EF9BF089-C936-16D4-6B61-C4E3D139340C}"/>
              </a:ext>
            </a:extLst>
          </p:cNvPr>
          <p:cNvSpPr>
            <a:spLocks noGrp="1"/>
          </p:cNvSpPr>
          <p:nvPr>
            <p:ph type="body" sz="quarter" idx="11"/>
          </p:nvPr>
        </p:nvSpPr>
        <p:spPr/>
        <p:txBody>
          <a:bodyPr/>
          <a:lstStyle/>
          <a:p>
            <a:r>
              <a:rPr lang="fr-FR"/>
              <a:t>03 – </a:t>
            </a:r>
            <a:r>
              <a:rPr lang="fr-FR" err="1"/>
              <a:t>Arquitectura</a:t>
            </a:r>
            <a:r>
              <a:rPr lang="fr-FR"/>
              <a:t> y </a:t>
            </a:r>
            <a:r>
              <a:rPr lang="fr-FR" err="1"/>
              <a:t>Mensajería</a:t>
            </a:r>
            <a:r>
              <a:rPr lang="fr-FR"/>
              <a:t> UDS </a:t>
            </a:r>
          </a:p>
        </p:txBody>
      </p:sp>
      <p:pic>
        <p:nvPicPr>
          <p:cNvPr id="4" name="Imagen 3">
            <a:extLst>
              <a:ext uri="{FF2B5EF4-FFF2-40B4-BE49-F238E27FC236}">
                <a16:creationId xmlns:a16="http://schemas.microsoft.com/office/drawing/2014/main" id="{F45497BD-05AC-EB26-E7D1-BE449CDBA882}"/>
              </a:ext>
            </a:extLst>
          </p:cNvPr>
          <p:cNvPicPr>
            <a:picLocks noChangeAspect="1"/>
          </p:cNvPicPr>
          <p:nvPr/>
        </p:nvPicPr>
        <p:blipFill>
          <a:blip r:embed="rId3"/>
          <a:srcRect l="64585" t="-1" b="66372"/>
          <a:stretch>
            <a:fillRect/>
          </a:stretch>
        </p:blipFill>
        <p:spPr>
          <a:xfrm>
            <a:off x="3967498" y="1553726"/>
            <a:ext cx="3670742" cy="1239182"/>
          </a:xfrm>
          <a:prstGeom prst="rect">
            <a:avLst/>
          </a:prstGeom>
        </p:spPr>
      </p:pic>
      <p:sp>
        <p:nvSpPr>
          <p:cNvPr id="6" name="Rectángulo 5">
            <a:extLst>
              <a:ext uri="{FF2B5EF4-FFF2-40B4-BE49-F238E27FC236}">
                <a16:creationId xmlns:a16="http://schemas.microsoft.com/office/drawing/2014/main" id="{88A6F1E0-30AE-1B1C-4E65-8B1DC7FF921E}"/>
              </a:ext>
            </a:extLst>
          </p:cNvPr>
          <p:cNvSpPr/>
          <p:nvPr/>
        </p:nvSpPr>
        <p:spPr>
          <a:xfrm>
            <a:off x="4038600" y="1577076"/>
            <a:ext cx="3148553" cy="1239182"/>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B1EBB3B9-CCBE-73BC-C407-7A2F909D8B58}"/>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8332047D-D6CB-10D6-98DD-CEC9D065ED9C}"/>
              </a:ext>
            </a:extLst>
          </p:cNvPr>
          <p:cNvSpPr/>
          <p:nvPr/>
        </p:nvSpPr>
        <p:spPr>
          <a:xfrm>
            <a:off x="4639232" y="1628972"/>
            <a:ext cx="314325" cy="212725"/>
          </a:xfrm>
          <a:prstGeom prst="rect">
            <a:avLst/>
          </a:prstGeom>
          <a:solidFill>
            <a:srgbClr val="66CCF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8183728E-3403-E034-02C8-12E7218F691E}"/>
              </a:ext>
            </a:extLst>
          </p:cNvPr>
          <p:cNvSpPr/>
          <p:nvPr/>
        </p:nvSpPr>
        <p:spPr>
          <a:xfrm>
            <a:off x="4645582" y="2222697"/>
            <a:ext cx="314325" cy="212725"/>
          </a:xfrm>
          <a:prstGeom prst="rect">
            <a:avLst/>
          </a:prstGeom>
          <a:solidFill>
            <a:srgbClr val="66CCF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165DEC33-0F04-17ED-029D-A0C6560E5DB4}"/>
              </a:ext>
            </a:extLst>
          </p:cNvPr>
          <p:cNvSpPr/>
          <p:nvPr/>
        </p:nvSpPr>
        <p:spPr>
          <a:xfrm>
            <a:off x="4642407" y="1927422"/>
            <a:ext cx="314325" cy="212725"/>
          </a:xfrm>
          <a:prstGeom prst="rect">
            <a:avLst/>
          </a:prstGeom>
          <a:solidFill>
            <a:srgbClr val="00B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23AF128A-CBE7-B7B9-935B-B52DECDC3F9A}"/>
              </a:ext>
            </a:extLst>
          </p:cNvPr>
          <p:cNvSpPr/>
          <p:nvPr/>
        </p:nvSpPr>
        <p:spPr>
          <a:xfrm>
            <a:off x="4648757" y="2533847"/>
            <a:ext cx="314325" cy="212725"/>
          </a:xfrm>
          <a:prstGeom prst="rect">
            <a:avLst/>
          </a:prstGeom>
          <a:solidFill>
            <a:srgbClr val="00B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2CCC8693-9C14-A42E-5762-7284B507D3F7}"/>
              </a:ext>
            </a:extLst>
          </p:cNvPr>
          <p:cNvSpPr/>
          <p:nvPr/>
        </p:nvSpPr>
        <p:spPr>
          <a:xfrm>
            <a:off x="4296332" y="1632147"/>
            <a:ext cx="314325" cy="1114425"/>
          </a:xfrm>
          <a:prstGeom prst="rect">
            <a:avLst/>
          </a:prstGeom>
          <a:solidFill>
            <a:schemeClr val="accent2">
              <a:lumMod val="75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4A0C4785-8141-5F16-F71F-A61ED2D1E7BB}"/>
              </a:ext>
            </a:extLst>
          </p:cNvPr>
          <p:cNvSpPr/>
          <p:nvPr/>
        </p:nvSpPr>
        <p:spPr>
          <a:xfrm>
            <a:off x="4988482" y="1628972"/>
            <a:ext cx="625475" cy="212725"/>
          </a:xfrm>
          <a:prstGeom prst="rect">
            <a:avLst/>
          </a:prstGeom>
          <a:solidFill>
            <a:schemeClr val="accent5">
              <a:lumMod val="60000"/>
              <a:lumOff val="40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F1E043E7-6C6B-85FC-213B-E0A6F982C950}"/>
              </a:ext>
            </a:extLst>
          </p:cNvPr>
          <p:cNvSpPr/>
          <p:nvPr/>
        </p:nvSpPr>
        <p:spPr>
          <a:xfrm>
            <a:off x="4988482" y="1927422"/>
            <a:ext cx="625475" cy="212725"/>
          </a:xfrm>
          <a:prstGeom prst="rect">
            <a:avLst/>
          </a:prstGeom>
          <a:solidFill>
            <a:schemeClr val="accent5">
              <a:lumMod val="60000"/>
              <a:lumOff val="40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DD62A033-25B5-D3F6-7EBF-B06E6508BF9F}"/>
              </a:ext>
            </a:extLst>
          </p:cNvPr>
          <p:cNvSpPr/>
          <p:nvPr/>
        </p:nvSpPr>
        <p:spPr>
          <a:xfrm>
            <a:off x="4991657" y="2241747"/>
            <a:ext cx="625475" cy="212725"/>
          </a:xfrm>
          <a:prstGeom prst="rect">
            <a:avLst/>
          </a:prstGeom>
          <a:solidFill>
            <a:schemeClr val="accent5">
              <a:lumMod val="60000"/>
              <a:lumOff val="40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D66FE01B-7874-5A93-FF97-AD74F6644ACE}"/>
              </a:ext>
            </a:extLst>
          </p:cNvPr>
          <p:cNvSpPr/>
          <p:nvPr/>
        </p:nvSpPr>
        <p:spPr>
          <a:xfrm>
            <a:off x="4994832" y="2530672"/>
            <a:ext cx="625475" cy="212725"/>
          </a:xfrm>
          <a:prstGeom prst="rect">
            <a:avLst/>
          </a:prstGeom>
          <a:solidFill>
            <a:schemeClr val="accent5">
              <a:lumMod val="60000"/>
              <a:lumOff val="40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BC1766E4-21BF-CC14-97E4-2B5303507F9B}"/>
              </a:ext>
            </a:extLst>
          </p:cNvPr>
          <p:cNvSpPr/>
          <p:nvPr/>
        </p:nvSpPr>
        <p:spPr>
          <a:xfrm>
            <a:off x="5648883" y="1628972"/>
            <a:ext cx="1358900" cy="212725"/>
          </a:xfrm>
          <a:prstGeom prst="rect">
            <a:avLst/>
          </a:prstGeom>
          <a:solidFill>
            <a:schemeClr val="bg2">
              <a:lumMod val="25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D1E8BA63-A481-ED47-22CB-7018A8131E99}"/>
              </a:ext>
            </a:extLst>
          </p:cNvPr>
          <p:cNvSpPr/>
          <p:nvPr/>
        </p:nvSpPr>
        <p:spPr>
          <a:xfrm>
            <a:off x="5982257" y="1924247"/>
            <a:ext cx="1031876" cy="212725"/>
          </a:xfrm>
          <a:prstGeom prst="rect">
            <a:avLst/>
          </a:prstGeom>
          <a:solidFill>
            <a:schemeClr val="bg2">
              <a:lumMod val="25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396869AF-9493-3556-51E2-A514A64C0189}"/>
              </a:ext>
            </a:extLst>
          </p:cNvPr>
          <p:cNvSpPr/>
          <p:nvPr/>
        </p:nvSpPr>
        <p:spPr>
          <a:xfrm>
            <a:off x="5645707" y="1924246"/>
            <a:ext cx="314325" cy="212725"/>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0C465767-4051-2C4D-4498-D96C13355EF4}"/>
              </a:ext>
            </a:extLst>
          </p:cNvPr>
          <p:cNvSpPr/>
          <p:nvPr/>
        </p:nvSpPr>
        <p:spPr>
          <a:xfrm>
            <a:off x="5645707" y="2241747"/>
            <a:ext cx="1358900" cy="212725"/>
          </a:xfrm>
          <a:prstGeom prst="rect">
            <a:avLst/>
          </a:prstGeom>
          <a:solidFill>
            <a:schemeClr val="bg2">
              <a:lumMod val="25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470B7E57-8DC9-FA9E-9F0E-3DB7F8B344C4}"/>
              </a:ext>
            </a:extLst>
          </p:cNvPr>
          <p:cNvSpPr/>
          <p:nvPr/>
        </p:nvSpPr>
        <p:spPr>
          <a:xfrm>
            <a:off x="5652057" y="2529002"/>
            <a:ext cx="1358900" cy="212725"/>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AA6B25A5-10D4-6545-2E74-ED06EBCF7A6E}"/>
              </a:ext>
            </a:extLst>
          </p:cNvPr>
          <p:cNvSpPr txBox="1"/>
          <p:nvPr/>
        </p:nvSpPr>
        <p:spPr>
          <a:xfrm>
            <a:off x="913449" y="3524086"/>
            <a:ext cx="9062655" cy="1938992"/>
          </a:xfrm>
          <a:prstGeom prst="rect">
            <a:avLst/>
          </a:prstGeom>
          <a:solidFill>
            <a:schemeClr val="tx2">
              <a:lumMod val="75000"/>
              <a:lumOff val="25000"/>
            </a:schemeClr>
          </a:solidFill>
        </p:spPr>
        <p:txBody>
          <a:bodyPr wrap="square" rtlCol="0">
            <a:spAutoFit/>
          </a:bodyPr>
          <a:lstStyle/>
          <a:p>
            <a:pPr marL="342900" indent="-342900">
              <a:buFont typeface="Arial" panose="020B0604020202020204" pitchFamily="34" charset="0"/>
              <a:buChar char="•"/>
            </a:pPr>
            <a:r>
              <a:rPr lang="es-ES" sz="2000">
                <a:solidFill>
                  <a:srgbClr val="EBCAB8"/>
                </a:solidFill>
              </a:rPr>
              <a:t>Numero de Bytes útiles</a:t>
            </a:r>
          </a:p>
          <a:p>
            <a:pPr marL="342900" indent="-342900">
              <a:buFont typeface="Arial" panose="020B0604020202020204" pitchFamily="34" charset="0"/>
              <a:buChar char="•"/>
            </a:pPr>
            <a:r>
              <a:rPr lang="es-ES" sz="2000">
                <a:solidFill>
                  <a:srgbClr val="D1F0FF"/>
                </a:solidFill>
              </a:rPr>
              <a:t>Identificador de Servicio</a:t>
            </a:r>
          </a:p>
          <a:p>
            <a:pPr marL="342900" indent="-342900">
              <a:buFont typeface="Arial" panose="020B0604020202020204" pitchFamily="34" charset="0"/>
              <a:buChar char="•"/>
            </a:pPr>
            <a:r>
              <a:rPr lang="es-ES" sz="2000">
                <a:solidFill>
                  <a:srgbClr val="B2E7CA"/>
                </a:solidFill>
              </a:rPr>
              <a:t>Identificador de Respuesta a ese servicio</a:t>
            </a:r>
          </a:p>
          <a:p>
            <a:pPr marL="342900" indent="-342900">
              <a:buFont typeface="Arial" panose="020B0604020202020204" pitchFamily="34" charset="0"/>
              <a:buChar char="•"/>
            </a:pPr>
            <a:r>
              <a:rPr lang="es-ES" sz="2000">
                <a:solidFill>
                  <a:srgbClr val="F3D3F0"/>
                </a:solidFill>
              </a:rPr>
              <a:t>DID (Data </a:t>
            </a:r>
            <a:r>
              <a:rPr lang="es-ES" sz="2000" err="1">
                <a:solidFill>
                  <a:srgbClr val="F3D3F0"/>
                </a:solidFill>
              </a:rPr>
              <a:t>Identifier</a:t>
            </a:r>
            <a:r>
              <a:rPr lang="es-ES" sz="2000">
                <a:solidFill>
                  <a:srgbClr val="F3D3F0"/>
                </a:solidFill>
              </a:rPr>
              <a:t>) son códigos numéricos que identifican un dato concreto.</a:t>
            </a:r>
          </a:p>
          <a:p>
            <a:pPr marL="342900" indent="-342900">
              <a:buFont typeface="Arial" panose="020B0604020202020204" pitchFamily="34" charset="0"/>
              <a:buChar char="•"/>
            </a:pPr>
            <a:r>
              <a:rPr lang="es-ES" sz="2000">
                <a:solidFill>
                  <a:srgbClr val="FFFE95"/>
                </a:solidFill>
              </a:rPr>
              <a:t>Resultado obtenido</a:t>
            </a:r>
          </a:p>
          <a:p>
            <a:pPr marL="342900" indent="-342900">
              <a:buFont typeface="Arial" panose="020B0604020202020204" pitchFamily="34" charset="0"/>
              <a:buChar char="•"/>
            </a:pPr>
            <a:r>
              <a:rPr lang="es-ES" sz="2000" err="1">
                <a:solidFill>
                  <a:srgbClr val="C4C4C4"/>
                </a:solidFill>
              </a:rPr>
              <a:t>Payload</a:t>
            </a:r>
            <a:r>
              <a:rPr lang="es-ES" sz="2000">
                <a:solidFill>
                  <a:srgbClr val="C4C4C4"/>
                </a:solidFill>
              </a:rPr>
              <a:t> vacío (relleno)</a:t>
            </a:r>
          </a:p>
        </p:txBody>
      </p:sp>
    </p:spTree>
    <p:extLst>
      <p:ext uri="{BB962C8B-B14F-4D97-AF65-F5344CB8AC3E}">
        <p14:creationId xmlns:p14="http://schemas.microsoft.com/office/powerpoint/2010/main" val="364085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8" grpId="0" animBg="1"/>
      <p:bldP spid="9" grpId="0" animBg="1"/>
      <p:bldP spid="10" grpId="0" animBg="1"/>
      <p:bldP spid="11"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F4D6C-9973-306B-20D2-715298860136}"/>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35298818-FA98-1D86-8549-D3E5EDF838AC}"/>
              </a:ext>
            </a:extLst>
          </p:cNvPr>
          <p:cNvSpPr>
            <a:spLocks noGrp="1"/>
          </p:cNvSpPr>
          <p:nvPr>
            <p:ph type="ctrTitle"/>
          </p:nvPr>
        </p:nvSpPr>
        <p:spPr>
          <a:xfrm>
            <a:off x="640000" y="5705856"/>
            <a:ext cx="10912000" cy="403957"/>
          </a:xfrm>
        </p:spPr>
        <p:txBody>
          <a:bodyPr>
            <a:noAutofit/>
          </a:bodyPr>
          <a:lstStyle/>
          <a:p>
            <a:pPr algn="ctr"/>
            <a:r>
              <a:rPr lang="en-GB" sz="11500"/>
              <a:t>TALLERES</a:t>
            </a:r>
            <a:endParaRPr lang="en-GB" sz="4800"/>
          </a:p>
        </p:txBody>
      </p:sp>
    </p:spTree>
    <p:extLst>
      <p:ext uri="{BB962C8B-B14F-4D97-AF65-F5344CB8AC3E}">
        <p14:creationId xmlns:p14="http://schemas.microsoft.com/office/powerpoint/2010/main" val="26447973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9A6B-0A4A-BE20-3FCA-73C465EF41BB}"/>
            </a:ext>
          </a:extLst>
        </p:cNvPr>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5404BFDD-C5DD-8BC0-38DF-84D2BE68F6EC}"/>
              </a:ext>
            </a:extLst>
          </p:cNvPr>
          <p:cNvSpPr>
            <a:spLocks noGrp="1"/>
          </p:cNvSpPr>
          <p:nvPr>
            <p:ph type="ftr" sz="quarter" idx="10"/>
          </p:nvPr>
        </p:nvSpPr>
        <p:spPr/>
        <p:txBody>
          <a:bodyPr/>
          <a:lstStyle/>
          <a:p>
            <a:r>
              <a:rPr lang="fr-FR" err="1"/>
              <a:t>Unified</a:t>
            </a:r>
            <a:r>
              <a:rPr lang="fr-FR"/>
              <a:t> Diagnostic Services</a:t>
            </a:r>
          </a:p>
        </p:txBody>
      </p:sp>
      <p:sp>
        <p:nvSpPr>
          <p:cNvPr id="7" name="Espace réservé du texte 6">
            <a:extLst>
              <a:ext uri="{FF2B5EF4-FFF2-40B4-BE49-F238E27FC236}">
                <a16:creationId xmlns:a16="http://schemas.microsoft.com/office/drawing/2014/main" id="{48550293-DDE4-AAB4-6F3B-672053756302}"/>
              </a:ext>
            </a:extLst>
          </p:cNvPr>
          <p:cNvSpPr>
            <a:spLocks noGrp="1"/>
          </p:cNvSpPr>
          <p:nvPr>
            <p:ph type="body" sz="quarter" idx="11"/>
          </p:nvPr>
        </p:nvSpPr>
        <p:spPr/>
        <p:txBody>
          <a:bodyPr/>
          <a:lstStyle/>
          <a:p>
            <a:r>
              <a:rPr lang="fr-FR"/>
              <a:t>TALLER 1 UDS</a:t>
            </a:r>
          </a:p>
        </p:txBody>
      </p:sp>
      <p:sp>
        <p:nvSpPr>
          <p:cNvPr id="5" name="Rectángulo 4">
            <a:extLst>
              <a:ext uri="{FF2B5EF4-FFF2-40B4-BE49-F238E27FC236}">
                <a16:creationId xmlns:a16="http://schemas.microsoft.com/office/drawing/2014/main" id="{9CC7FCBD-4288-BB07-B9E6-1909AC464FCC}"/>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108A41C3-2DB3-3A0E-759E-9623F995A35D}"/>
              </a:ext>
            </a:extLst>
          </p:cNvPr>
          <p:cNvSpPr txBox="1"/>
          <p:nvPr/>
        </p:nvSpPr>
        <p:spPr>
          <a:xfrm>
            <a:off x="612648" y="932688"/>
            <a:ext cx="9784080" cy="3139321"/>
          </a:xfrm>
          <a:prstGeom prst="rect">
            <a:avLst/>
          </a:prstGeom>
          <a:noFill/>
        </p:spPr>
        <p:txBody>
          <a:bodyPr wrap="square" rtlCol="0">
            <a:spAutoFit/>
          </a:bodyPr>
          <a:lstStyle/>
          <a:p>
            <a:r>
              <a:rPr lang="es-ES" b="1" err="1"/>
              <a:t>cansend</a:t>
            </a:r>
            <a:r>
              <a:rPr lang="es-ES" b="1"/>
              <a:t> y </a:t>
            </a:r>
            <a:r>
              <a:rPr lang="es-ES" b="1" err="1"/>
              <a:t>candump</a:t>
            </a:r>
            <a:r>
              <a:rPr lang="es-ES" b="1"/>
              <a:t> </a:t>
            </a:r>
            <a:r>
              <a:rPr lang="es-ES"/>
              <a:t>son dos herramientas clásicas usadas para enviar y capturar tramas CAN desde la línea de comandos.</a:t>
            </a:r>
          </a:p>
          <a:p>
            <a:endParaRPr lang="es-ES"/>
          </a:p>
          <a:p>
            <a:r>
              <a:rPr lang="es-ES"/>
              <a:t>Formato de envío del mensaje anterior:</a:t>
            </a:r>
          </a:p>
          <a:p>
            <a:endParaRPr lang="es-ES"/>
          </a:p>
          <a:p>
            <a:pPr algn="ctr"/>
            <a:r>
              <a:rPr lang="es-ES" err="1">
                <a:latin typeface="Consolas" panose="020B0609020204030204" pitchFamily="49" charset="0"/>
              </a:rPr>
              <a:t>cansend</a:t>
            </a:r>
            <a:r>
              <a:rPr lang="es-ES">
                <a:latin typeface="Consolas" panose="020B0609020204030204" pitchFamily="49" charset="0"/>
              </a:rPr>
              <a:t> vcan0 610#03220101AAAAAAAA </a:t>
            </a:r>
          </a:p>
          <a:p>
            <a:endParaRPr lang="es-ES"/>
          </a:p>
          <a:p>
            <a:r>
              <a:rPr lang="es-ES"/>
              <a:t>Formato de recepción en </a:t>
            </a:r>
            <a:r>
              <a:rPr lang="es-ES" err="1"/>
              <a:t>candump</a:t>
            </a:r>
            <a:r>
              <a:rPr lang="es-ES"/>
              <a:t>:</a:t>
            </a:r>
          </a:p>
          <a:p>
            <a:endParaRPr lang="es-ES"/>
          </a:p>
          <a:p>
            <a:pPr algn="ctr"/>
            <a:r>
              <a:rPr lang="fi-FI">
                <a:latin typeface="Consolas" panose="020B0609020204030204" pitchFamily="49" charset="0"/>
              </a:rPr>
              <a:t>Candump vcan0</a:t>
            </a:r>
            <a:endParaRPr lang="es-ES"/>
          </a:p>
          <a:p>
            <a:endParaRPr lang="es-ES"/>
          </a:p>
        </p:txBody>
      </p:sp>
    </p:spTree>
    <p:extLst>
      <p:ext uri="{BB962C8B-B14F-4D97-AF65-F5344CB8AC3E}">
        <p14:creationId xmlns:p14="http://schemas.microsoft.com/office/powerpoint/2010/main" val="16790402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70E54-581E-1C8F-0856-0605909B2B3C}"/>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47C0181-E6D6-1478-D6B8-03C8E0F5219C}"/>
              </a:ext>
            </a:extLst>
          </p:cNvPr>
          <p:cNvSpPr>
            <a:spLocks noGrp="1"/>
          </p:cNvSpPr>
          <p:nvPr>
            <p:ph type="body" sz="quarter" idx="11"/>
          </p:nvPr>
        </p:nvSpPr>
        <p:spPr/>
        <p:txBody>
          <a:bodyPr/>
          <a:lstStyle/>
          <a:p>
            <a:r>
              <a:rPr lang="fr-FR"/>
              <a:t>CAN en Python</a:t>
            </a:r>
          </a:p>
        </p:txBody>
      </p:sp>
      <p:sp>
        <p:nvSpPr>
          <p:cNvPr id="5" name="Rectángulo 4">
            <a:extLst>
              <a:ext uri="{FF2B5EF4-FFF2-40B4-BE49-F238E27FC236}">
                <a16:creationId xmlns:a16="http://schemas.microsoft.com/office/drawing/2014/main" id="{033B63C6-0F91-2ED3-9EB9-FD6C37ADD653}"/>
              </a:ext>
            </a:extLst>
          </p:cNvPr>
          <p:cNvSpPr/>
          <p:nvPr/>
        </p:nvSpPr>
        <p:spPr>
          <a:xfrm>
            <a:off x="10692831" y="6616700"/>
            <a:ext cx="149917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62D75705-8D86-3E5E-2D18-7316D7E91595}"/>
              </a:ext>
            </a:extLst>
          </p:cNvPr>
          <p:cNvSpPr txBox="1"/>
          <p:nvPr/>
        </p:nvSpPr>
        <p:spPr>
          <a:xfrm>
            <a:off x="612648" y="932688"/>
            <a:ext cx="9784080" cy="4801314"/>
          </a:xfrm>
          <a:prstGeom prst="rect">
            <a:avLst/>
          </a:prstGeom>
          <a:noFill/>
        </p:spPr>
        <p:txBody>
          <a:bodyPr wrap="square" rtlCol="0">
            <a:spAutoFit/>
          </a:bodyPr>
          <a:lstStyle/>
          <a:p>
            <a:endParaRPr lang="es-ES"/>
          </a:p>
          <a:p>
            <a:r>
              <a:rPr lang="es-ES" err="1"/>
              <a:t>Import</a:t>
            </a:r>
            <a:r>
              <a:rPr lang="es-ES"/>
              <a:t> can:</a:t>
            </a:r>
          </a:p>
          <a:p>
            <a:endParaRPr lang="es-ES"/>
          </a:p>
          <a:p>
            <a:endParaRPr lang="es-ES"/>
          </a:p>
          <a:p>
            <a:endParaRPr lang="es-ES"/>
          </a:p>
          <a:p>
            <a:r>
              <a:rPr lang="es-ES" err="1"/>
              <a:t>From</a:t>
            </a:r>
            <a:r>
              <a:rPr lang="es-ES"/>
              <a:t> can </a:t>
            </a:r>
            <a:r>
              <a:rPr lang="es-ES" err="1"/>
              <a:t>import</a:t>
            </a:r>
            <a:r>
              <a:rPr lang="es-ES"/>
              <a:t> </a:t>
            </a:r>
            <a:r>
              <a:rPr lang="es-ES" err="1"/>
              <a:t>message</a:t>
            </a:r>
            <a:r>
              <a:rPr lang="es-ES"/>
              <a:t>:</a:t>
            </a:r>
          </a:p>
          <a:p>
            <a:endParaRPr lang="es-ES"/>
          </a:p>
          <a:p>
            <a:endParaRPr lang="es-ES"/>
          </a:p>
          <a:p>
            <a:endParaRPr lang="es-ES"/>
          </a:p>
          <a:p>
            <a:endParaRPr lang="es-ES"/>
          </a:p>
          <a:p>
            <a:endParaRPr lang="es-ES"/>
          </a:p>
          <a:p>
            <a:r>
              <a:rPr lang="es-ES" err="1"/>
              <a:t>Send</a:t>
            </a:r>
            <a:r>
              <a:rPr lang="es-ES"/>
              <a:t>:</a:t>
            </a:r>
          </a:p>
          <a:p>
            <a:endParaRPr lang="es-ES"/>
          </a:p>
          <a:p>
            <a:endParaRPr lang="es-ES"/>
          </a:p>
          <a:p>
            <a:r>
              <a:rPr lang="es-ES" err="1"/>
              <a:t>Recv</a:t>
            </a:r>
            <a:r>
              <a:rPr lang="es-ES"/>
              <a:t>()</a:t>
            </a:r>
          </a:p>
          <a:p>
            <a:endParaRPr lang="es-ES"/>
          </a:p>
          <a:p>
            <a:endParaRPr lang="es-ES"/>
          </a:p>
        </p:txBody>
      </p:sp>
      <p:pic>
        <p:nvPicPr>
          <p:cNvPr id="6" name="Imagen 5">
            <a:extLst>
              <a:ext uri="{FF2B5EF4-FFF2-40B4-BE49-F238E27FC236}">
                <a16:creationId xmlns:a16="http://schemas.microsoft.com/office/drawing/2014/main" id="{71BC1F7F-A0D8-1DA5-54B0-02D465C7363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94968" y="1542211"/>
            <a:ext cx="7802064" cy="632323"/>
          </a:xfrm>
          <a:prstGeom prst="rect">
            <a:avLst/>
          </a:prstGeom>
        </p:spPr>
      </p:pic>
      <p:pic>
        <p:nvPicPr>
          <p:cNvPr id="8" name="Imagen 7" descr="Imagen que contiene nombre de la empresa&#10;&#10;El contenido generado por IA puede ser incorrecto.">
            <a:extLst>
              <a:ext uri="{FF2B5EF4-FFF2-40B4-BE49-F238E27FC236}">
                <a16:creationId xmlns:a16="http://schemas.microsoft.com/office/drawing/2014/main" id="{BBBB558F-CC02-8657-6F56-260F665385B6}"/>
              </a:ext>
            </a:extLst>
          </p:cNvPr>
          <p:cNvPicPr>
            <a:picLocks noChangeAspect="1"/>
          </p:cNvPicPr>
          <p:nvPr/>
        </p:nvPicPr>
        <p:blipFill>
          <a:blip r:embed="rId4"/>
          <a:stretch>
            <a:fillRect/>
          </a:stretch>
        </p:blipFill>
        <p:spPr>
          <a:xfrm>
            <a:off x="2194968" y="2876103"/>
            <a:ext cx="7802064" cy="1295581"/>
          </a:xfrm>
          <a:prstGeom prst="rect">
            <a:avLst/>
          </a:prstGeom>
        </p:spPr>
      </p:pic>
      <p:pic>
        <p:nvPicPr>
          <p:cNvPr id="10" name="Imagen 9" descr="Logotipo&#10;&#10;El contenido generado por IA puede ser incorrecto.">
            <a:extLst>
              <a:ext uri="{FF2B5EF4-FFF2-40B4-BE49-F238E27FC236}">
                <a16:creationId xmlns:a16="http://schemas.microsoft.com/office/drawing/2014/main" id="{B80AEA46-903C-83B1-EC59-047581C3DA46}"/>
              </a:ext>
            </a:extLst>
          </p:cNvPr>
          <p:cNvPicPr>
            <a:picLocks noChangeAspect="1"/>
          </p:cNvPicPr>
          <p:nvPr/>
        </p:nvPicPr>
        <p:blipFill>
          <a:blip r:embed="rId5"/>
          <a:stretch>
            <a:fillRect/>
          </a:stretch>
        </p:blipFill>
        <p:spPr>
          <a:xfrm>
            <a:off x="5152892" y="4171684"/>
            <a:ext cx="1886213" cy="590632"/>
          </a:xfrm>
          <a:prstGeom prst="rect">
            <a:avLst/>
          </a:prstGeom>
        </p:spPr>
      </p:pic>
      <p:pic>
        <p:nvPicPr>
          <p:cNvPr id="12" name="Imagen 11" descr="Texto&#10;&#10;El contenido generado por IA puede ser incorrecto.">
            <a:extLst>
              <a:ext uri="{FF2B5EF4-FFF2-40B4-BE49-F238E27FC236}">
                <a16:creationId xmlns:a16="http://schemas.microsoft.com/office/drawing/2014/main" id="{29E8DDAA-3A02-B391-B5F9-7153A800B2EF}"/>
              </a:ext>
            </a:extLst>
          </p:cNvPr>
          <p:cNvPicPr>
            <a:picLocks noChangeAspect="1"/>
          </p:cNvPicPr>
          <p:nvPr/>
        </p:nvPicPr>
        <p:blipFill>
          <a:blip r:embed="rId6"/>
          <a:stretch>
            <a:fillRect/>
          </a:stretch>
        </p:blipFill>
        <p:spPr>
          <a:xfrm>
            <a:off x="3271443" y="4873253"/>
            <a:ext cx="5649113" cy="1562318"/>
          </a:xfrm>
          <a:prstGeom prst="rect">
            <a:avLst/>
          </a:prstGeom>
        </p:spPr>
      </p:pic>
    </p:spTree>
    <p:extLst>
      <p:ext uri="{BB962C8B-B14F-4D97-AF65-F5344CB8AC3E}">
        <p14:creationId xmlns:p14="http://schemas.microsoft.com/office/powerpoint/2010/main" val="657370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9F395F1E18A3B4EAC98688E307B38C7" ma:contentTypeVersion="15" ma:contentTypeDescription="Crear nuevo documento." ma:contentTypeScope="" ma:versionID="ea0d8a3f2a28c651b6c37b04b7adc816">
  <xsd:schema xmlns:xsd="http://www.w3.org/2001/XMLSchema" xmlns:xs="http://www.w3.org/2001/XMLSchema" xmlns:p="http://schemas.microsoft.com/office/2006/metadata/properties" xmlns:ns1="http://schemas.microsoft.com/sharepoint/v3" xmlns:ns2="5fcdd154-22cc-473d-af95-16852b4d8cf4" xmlns:ns3="1c69fcec-c5db-44a1-944f-c933e64bea4c" targetNamespace="http://schemas.microsoft.com/office/2006/metadata/properties" ma:root="true" ma:fieldsID="2339c3c6ca16bca2ffd427ac8dac96d3" ns1:_="" ns2:_="" ns3:_="">
    <xsd:import namespace="http://schemas.microsoft.com/sharepoint/v3"/>
    <xsd:import namespace="5fcdd154-22cc-473d-af95-16852b4d8cf4"/>
    <xsd:import namespace="1c69fcec-c5db-44a1-944f-c933e64bea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Propiedades de la Directiva de cumplimiento unificado" ma:hidden="true" ma:internalName="_ip_UnifiedCompliancePolicyProperties">
      <xsd:simpleType>
        <xsd:restriction base="dms:Note"/>
      </xsd:simpleType>
    </xsd:element>
    <xsd:element name="_ip_UnifiedCompliancePolicyUIAction" ma:index="21"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fcdd154-22cc-473d-af95-16852b4d8c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2bbfa71a-d75e-4d15-90e8-ced09d00e4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c69fcec-c5db-44a1-944f-c933e64bea4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956a96d-95a5-4294-9f36-71668dda94f4}" ma:internalName="TaxCatchAll" ma:showField="CatchAllData" ma:web="1c69fcec-c5db-44a1-944f-c933e64bea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fcdd154-22cc-473d-af95-16852b4d8cf4">
      <Terms xmlns="http://schemas.microsoft.com/office/infopath/2007/PartnerControls"/>
    </lcf76f155ced4ddcb4097134ff3c332f>
    <_ip_UnifiedCompliancePolicyProperties xmlns="http://schemas.microsoft.com/sharepoint/v3" xsi:nil="true"/>
    <TaxCatchAll xmlns="1c69fcec-c5db-44a1-944f-c933e64bea4c" xsi:nil="true"/>
  </documentManagement>
</p:properties>
</file>

<file path=customXml/itemProps1.xml><?xml version="1.0" encoding="utf-8"?>
<ds:datastoreItem xmlns:ds="http://schemas.openxmlformats.org/officeDocument/2006/customXml" ds:itemID="{B884FD6F-26F5-440F-B12E-443218101386}">
  <ds:schemaRefs>
    <ds:schemaRef ds:uri="1c69fcec-c5db-44a1-944f-c933e64bea4c"/>
    <ds:schemaRef ds:uri="5fcdd154-22cc-473d-af95-16852b4d8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FDA947-A88D-49C1-A59F-5B1E204EB051}">
  <ds:schemaRefs>
    <ds:schemaRef ds:uri="http://schemas.microsoft.com/sharepoint/v3/contenttype/forms"/>
  </ds:schemaRefs>
</ds:datastoreItem>
</file>

<file path=customXml/itemProps3.xml><?xml version="1.0" encoding="utf-8"?>
<ds:datastoreItem xmlns:ds="http://schemas.openxmlformats.org/officeDocument/2006/customXml" ds:itemID="{8B167039-67DD-4FC5-A7D9-266771D81514}">
  <ds:schemaRefs>
    <ds:schemaRef ds:uri="1c69fcec-c5db-44a1-944f-c933e64bea4c"/>
    <ds:schemaRef ds:uri="5fcdd154-22cc-473d-af95-16852b4d8cf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d1c0902-ed92-4fed-896d-2e7725de02d4}" enabled="1" method="Standard" siteId="{d6b0bbee-7cd9-4d60-bce6-4a67b543e2ae}"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10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Tema de Office</vt:lpstr>
      <vt:lpstr>CAN (Controller Area Network)</vt:lpstr>
      <vt:lpstr>PowerPoint Presentation</vt:lpstr>
      <vt:lpstr>PowerPoint Presentation</vt:lpstr>
      <vt:lpstr>PowerPoint Presentation</vt:lpstr>
      <vt:lpstr>PowerPoint Presentation</vt:lpstr>
      <vt:lpstr>PowerPoint Presentation</vt:lpstr>
      <vt:lpstr>UDS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TALLERES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ZATARAIN Francisco-Javier (renexter)</dc:creator>
  <cp:revision>1</cp:revision>
  <dcterms:created xsi:type="dcterms:W3CDTF">2026-03-02T07:37:44Z</dcterms:created>
  <dcterms:modified xsi:type="dcterms:W3CDTF">2026-03-04T11:46:15Z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0x010100B9F395F1E18A3B4EAC98688E307B38C7</vt:lpwstr>
  </property>
  <property fmtid="{D5CDD505-2E9C-101B-9397-08002B2CF9AE}" pid="3" name="MediaServiceImageTags">
    <vt:lpwstr/>
  </property>
  <property fmtid="{D5CDD505-2E9C-101B-9397-08002B2CF9AE}" pid="4" name="ClassificationContentMarkingFooterLocations">
    <vt:lpwstr>Tema de Office:8</vt:lpwstr>
  </property>
  <property fmtid="{D5CDD505-2E9C-101B-9397-08002B2CF9AE}" pid="5" name="ClassificationContentMarkingFooterText">
    <vt:lpwstr>Confidential C</vt:lpwstr>
  </property>
</Properties>
</file>